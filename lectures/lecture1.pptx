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1"/>
  </p:notesMasterIdLst>
  <p:sldIdLst>
    <p:sldId id="256" r:id="rId2"/>
    <p:sldId id="309" r:id="rId3"/>
    <p:sldId id="257" r:id="rId4"/>
    <p:sldId id="258" r:id="rId5"/>
    <p:sldId id="259" r:id="rId6"/>
    <p:sldId id="260" r:id="rId7"/>
    <p:sldId id="261" r:id="rId8"/>
    <p:sldId id="31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5" r:id="rId38"/>
    <p:sldId id="296" r:id="rId39"/>
    <p:sldId id="297" r:id="rId40"/>
    <p:sldId id="298" r:id="rId41"/>
    <p:sldId id="299" r:id="rId42"/>
    <p:sldId id="300" r:id="rId43"/>
    <p:sldId id="301" r:id="rId44"/>
    <p:sldId id="302" r:id="rId45"/>
    <p:sldId id="303" r:id="rId46"/>
    <p:sldId id="304" r:id="rId47"/>
    <p:sldId id="305" r:id="rId48"/>
    <p:sldId id="308" r:id="rId49"/>
    <p:sldId id="307" r:id="rId50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763"/>
    <p:restoredTop sz="94746"/>
  </p:normalViewPr>
  <p:slideViewPr>
    <p:cSldViewPr snapToGrid="0">
      <p:cViewPr varScale="1">
        <p:scale>
          <a:sx n="135" d="100"/>
          <a:sy n="135" d="100"/>
        </p:scale>
        <p:origin x="7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DF7D7-55C3-4988-5742-F1ADEC87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9FD8-64BD-43BD-EB4F-88375EAFE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Please ask questions during lectures</a:t>
            </a:r>
          </a:p>
          <a:p>
            <a:r>
              <a:rPr lang="en-GB" dirty="0"/>
              <a:t>If you struggle to understand me – say something I will enunciate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392112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F4033-9889-C349-22A6-E53A4B68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Labs – by tomorrow!!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F29D-1C3B-3510-05A9-E5C3AAE80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Pair up – and tell me who is paired up</a:t>
            </a:r>
          </a:p>
          <a:p>
            <a:r>
              <a:rPr lang="en-GB" dirty="0"/>
              <a:t>Visit Level 1 Stores and collect the following:</a:t>
            </a:r>
          </a:p>
          <a:p>
            <a:pPr lvl="1"/>
            <a:r>
              <a:rPr lang="en-GB" dirty="0"/>
              <a:t>DE1-SoC board</a:t>
            </a:r>
          </a:p>
          <a:p>
            <a:pPr lvl="1"/>
            <a:r>
              <a:rPr lang="en-GB" dirty="0"/>
              <a:t>Analogue I/O extension board (PKYC v1.0)</a:t>
            </a:r>
          </a:p>
          <a:p>
            <a:pPr lvl="1"/>
            <a:r>
              <a:rPr lang="en-GB" dirty="0"/>
              <a:t>Wired earphones (if you don’t have your own)</a:t>
            </a:r>
          </a:p>
        </p:txBody>
      </p:sp>
    </p:spTree>
    <p:extLst>
      <p:ext uri="{BB962C8B-B14F-4D97-AF65-F5344CB8AC3E}">
        <p14:creationId xmlns:p14="http://schemas.microsoft.com/office/powerpoint/2010/main" val="12064632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669223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6993822" y="4942944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3" name="Equals 2">
            <a:extLst>
              <a:ext uri="{FF2B5EF4-FFF2-40B4-BE49-F238E27FC236}">
                <a16:creationId xmlns:a16="http://schemas.microsoft.com/office/drawing/2014/main" id="{9182E54C-27F2-38E3-C59A-C343B572E964}"/>
              </a:ext>
            </a:extLst>
          </p:cNvPr>
          <p:cNvSpPr/>
          <p:nvPr/>
        </p:nvSpPr>
        <p:spPr>
          <a:xfrm>
            <a:off x="5661611" y="6230795"/>
            <a:ext cx="1419740" cy="871985"/>
          </a:xfrm>
          <a:prstGeom prst="mathEqual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448156" y="5252151"/>
            <a:ext cx="3452868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967870"/>
            <a:ext cx="3276538" cy="222625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1'b0: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1'b1: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871328" y="5586547"/>
            <a:ext cx="126214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2" name="Group"/>
          <p:cNvGrpSpPr/>
          <p:nvPr/>
        </p:nvGrpSpPr>
        <p:grpSpPr>
          <a:xfrm>
            <a:off x="683683" y="5010150"/>
            <a:ext cx="4873863" cy="2693016"/>
            <a:chOff x="0" y="0"/>
            <a:chExt cx="4873861" cy="2693015"/>
          </a:xfrm>
        </p:grpSpPr>
        <p:pic>
          <p:nvPicPr>
            <p:cNvPr id="790" name="Image" descr="Im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873862" cy="26930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1" name="Rectangle"/>
            <p:cNvSpPr/>
            <p:nvPr/>
          </p:nvSpPr>
          <p:spPr>
            <a:xfrm>
              <a:off x="1263769" y="813107"/>
              <a:ext cx="3504573" cy="179808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792" grpId="3" animBg="1" advAuto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46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1450</TotalTime>
  <Words>2718</Words>
  <Application>Microsoft Macintosh PowerPoint</Application>
  <PresentationFormat>Custom</PresentationFormat>
  <Paragraphs>809</Paragraphs>
  <Slides>49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Before we start</vt:lpstr>
      <vt:lpstr>Module aims</vt:lpstr>
      <vt:lpstr>Format</vt:lpstr>
      <vt:lpstr>Grading</vt:lpstr>
      <vt:lpstr>Assessment</vt:lpstr>
      <vt:lpstr>Admin</vt:lpstr>
      <vt:lpstr>Labs – by tomorrow!!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14</cp:revision>
  <dcterms:modified xsi:type="dcterms:W3CDTF">2026-09-24T14:49:36Z</dcterms:modified>
</cp:coreProperties>
</file>