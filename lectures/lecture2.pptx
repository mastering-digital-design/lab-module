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charts/chart1.xml" ContentType="application/vnd.openxmlformats-officedocument.drawingml.char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324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323" r:id="rId28"/>
    <p:sldId id="325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E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A9BC294-FFE2-49D5-8D69-9E1BD2C41BD5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395"/>
    <p:restoredTop sz="94744"/>
  </p:normalViewPr>
  <p:slideViewPr>
    <p:cSldViewPr snapToGrid="0">
      <p:cViewPr varScale="1">
        <p:scale>
          <a:sx n="83" d="100"/>
          <a:sy n="83" d="100"/>
        </p:scale>
        <p:origin x="2096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0"/>
  <c:style val="2"/>
  <c:chart>
    <c:title>
      <c:tx>
        <c:rich>
          <a:bodyPr rot="0"/>
          <a:lstStyle/>
          <a:p>
            <a:pPr>
              <a:defRPr sz="3400" b="0" i="0" u="none" strike="noStrike">
                <a:solidFill>
                  <a:srgbClr val="000000"/>
                </a:solidFill>
                <a:latin typeface="Helvetica"/>
              </a:defRPr>
            </a:pPr>
            <a:r>
              <a:rPr sz="3400" b="0" i="0" u="none" strike="noStrike">
                <a:solidFill>
                  <a:srgbClr val="000000"/>
                </a:solidFill>
                <a:latin typeface="Helvetica"/>
              </a:rPr>
              <a:t>Title</a:t>
            </a:r>
          </a:p>
        </c:rich>
      </c:tx>
      <c:layout>
        <c:manualLayout>
          <c:xMode val="edge"/>
          <c:yMode val="edge"/>
          <c:x val="0.239345"/>
          <c:y val="0"/>
          <c:w val="0.12750300000000001"/>
          <c:h val="0.32723000000000002"/>
        </c:manualLayout>
      </c:layout>
      <c:overlay val="1"/>
      <c:spPr>
        <a:noFill/>
        <a:effectLst/>
      </c:spPr>
    </c:title>
    <c:autoTitleDeleted val="0"/>
    <c:plotArea>
      <c:layout>
        <c:manualLayout>
          <c:layoutTarget val="inner"/>
          <c:xMode val="edge"/>
          <c:yMode val="edge"/>
          <c:x val="0.23563799999999999"/>
          <c:y val="0.32723000000000002"/>
          <c:w val="0.370556"/>
          <c:h val="0.29641000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Sheet1!$B$2:$E$2</c:f>
              <c:numCache>
                <c:formatCode>General</c:formatCode>
                <c:ptCount val="4"/>
                <c:pt idx="0">
                  <c:v>17</c:v>
                </c:pt>
                <c:pt idx="1">
                  <c:v>26</c:v>
                </c:pt>
                <c:pt idx="2">
                  <c:v>53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3A-1F49-BE71-CDA839BFA278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Region 2</c:v>
                </c:pt>
              </c:strCache>
            </c:strRef>
          </c:tx>
          <c:spPr>
            <a:solidFill>
              <a:schemeClr val="accent3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Sheet1!$B$3:$E$3</c:f>
              <c:numCache>
                <c:formatCode>General</c:formatCode>
                <c:ptCount val="4"/>
                <c:pt idx="0">
                  <c:v>55</c:v>
                </c:pt>
                <c:pt idx="1">
                  <c:v>43</c:v>
                </c:pt>
                <c:pt idx="2">
                  <c:v>70</c:v>
                </c:pt>
                <c:pt idx="3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03A-1F49-BE71-CDA839BFA2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-10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Category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8B8B8"/>
              </a:solidFill>
              <a:prstDash val="solid"/>
              <a:miter lim="400000"/>
            </a:ln>
          </c:spPr>
        </c:majorGridlines>
        <c:title>
          <c:tx>
            <c:rich>
              <a:bodyPr rot="-540000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Value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crossBetween val="between"/>
        <c:majorUnit val="25"/>
        <c:minorUnit val="12.5"/>
      </c:valAx>
      <c:spPr>
        <a:noFill/>
        <a:ln w="12700" cap="flat">
          <a:noFill/>
          <a:miter lim="400000"/>
        </a:ln>
        <a:effectLst/>
      </c:spPr>
    </c:plotArea>
    <c:legend>
      <c:legendPos val="r"/>
      <c:layout>
        <c:manualLayout>
          <c:xMode val="edge"/>
          <c:yMode val="edge"/>
          <c:x val="0.56615400000000005"/>
          <c:y val="0.32270199999999999"/>
          <c:w val="0.43384600000000001"/>
          <c:h val="0.32780999999999999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sz="2600" b="0" i="0" u="none" strike="noStrike">
              <a:solidFill>
                <a:srgbClr val="000000"/>
              </a:solidFill>
              <a:latin typeface="Helvetica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0" name="Shape 6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270000" y="8267700"/>
            <a:ext cx="10464800" cy="914400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buSzTx/>
              <a:buNone/>
              <a:defRPr sz="2500"/>
            </a:lvl1pPr>
            <a:lvl2pPr marL="0" indent="0" algn="ctr">
              <a:spcBef>
                <a:spcPts val="0"/>
              </a:spcBef>
              <a:buSzTx/>
              <a:buNone/>
              <a:defRPr sz="2500"/>
            </a:lvl2pPr>
            <a:lvl3pPr marL="0" indent="0" algn="ctr">
              <a:spcBef>
                <a:spcPts val="0"/>
              </a:spcBef>
              <a:buSzTx/>
              <a:buNone/>
              <a:defRPr sz="2500"/>
            </a:lvl3pPr>
            <a:lvl4pPr marL="0" indent="0" algn="ctr">
              <a:spcBef>
                <a:spcPts val="0"/>
              </a:spcBef>
              <a:buSzTx/>
              <a:buNone/>
              <a:defRPr sz="2500"/>
            </a:lvl4pPr>
            <a:lvl5pPr marL="0" indent="0" algn="ctr">
              <a:spcBef>
                <a:spcPts val="0"/>
              </a:spcBef>
              <a:buSzTx/>
              <a:buNone/>
              <a:defRPr sz="25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6" name="Sam Coward"/>
          <p:cNvSpPr txBox="1"/>
          <p:nvPr/>
        </p:nvSpPr>
        <p:spPr>
          <a:xfrm>
            <a:off x="5087289" y="5854700"/>
            <a:ext cx="2830222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700"/>
            </a:lvl1pPr>
          </a:lstStyle>
          <a:p>
            <a:r>
              <a:t>Sam Coward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00639" y="9296400"/>
            <a:ext cx="396749" cy="399033"/>
          </a:xfrm>
          <a:prstGeom prst="rect">
            <a:avLst/>
          </a:prstGeom>
        </p:spPr>
        <p:txBody>
          <a:bodyPr/>
          <a:lstStyle>
            <a:lvl1pPr algn="ctr">
              <a:defRPr b="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Text"/>
          <p:cNvSpPr txBox="1">
            <a:spLocks noGrp="1"/>
          </p:cNvSpPr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u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49"/>
            <a:ext cx="396826" cy="4064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2" name="Square"/>
          <p:cNvSpPr/>
          <p:nvPr/>
        </p:nvSpPr>
        <p:spPr>
          <a:xfrm>
            <a:off x="1155700" y="1682750"/>
            <a:ext cx="1270000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" name="Square"/>
          <p:cNvSpPr/>
          <p:nvPr/>
        </p:nvSpPr>
        <p:spPr>
          <a:xfrm>
            <a:off x="3403600" y="1682750"/>
            <a:ext cx="1270000" cy="1270000"/>
          </a:xfrm>
          <a:prstGeom prst="rect">
            <a:avLst/>
          </a:prstGeom>
          <a:solidFill>
            <a:srgbClr val="9D7A2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" name="Rectangle"/>
          <p:cNvSpPr/>
          <p:nvPr/>
        </p:nvSpPr>
        <p:spPr>
          <a:xfrm>
            <a:off x="876300" y="7512050"/>
            <a:ext cx="5867210" cy="127000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" name="Square"/>
          <p:cNvSpPr/>
          <p:nvPr/>
        </p:nvSpPr>
        <p:spPr>
          <a:xfrm>
            <a:off x="546100" y="876300"/>
            <a:ext cx="1270000" cy="1270000"/>
          </a:xfrm>
          <a:prstGeom prst="rect">
            <a:avLst/>
          </a:prstGeom>
          <a:solidFill>
            <a:srgbClr val="50979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" name="Square"/>
          <p:cNvSpPr/>
          <p:nvPr/>
        </p:nvSpPr>
        <p:spPr>
          <a:xfrm>
            <a:off x="2336800" y="876300"/>
            <a:ext cx="1270000" cy="1270000"/>
          </a:xfrm>
          <a:prstGeom prst="rect">
            <a:avLst/>
          </a:prstGeom>
          <a:solidFill>
            <a:srgbClr val="0023E4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" name="Line"/>
          <p:cNvSpPr/>
          <p:nvPr/>
        </p:nvSpPr>
        <p:spPr>
          <a:xfrm flipV="1">
            <a:off x="4889499" y="742950"/>
            <a:ext cx="1270001" cy="127000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aphicFrame>
        <p:nvGraphicFramePr>
          <p:cNvPr id="48" name="Table 1"/>
          <p:cNvGraphicFramePr/>
          <p:nvPr/>
        </p:nvGraphicFramePr>
        <p:xfrm>
          <a:off x="7124700" y="4616450"/>
          <a:ext cx="4236244" cy="3128268"/>
        </p:xfrm>
        <a:graphic>
          <a:graphicData uri="http://schemas.openxmlformats.org/drawingml/2006/table">
            <a:tbl>
              <a:tblPr firstRow="1" firstCol="1" lastRow="1">
                <a:tableStyleId>{4A9BC294-FFE2-49D5-8D69-9E1BD2C41BD5}</a:tableStyleId>
              </a:tblPr>
              <a:tblGrid>
                <a:gridCol w="21181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8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Corner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Head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Side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Cell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Bottom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Foot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9" name="Wickerson et al., &quot;Blah&quot;, in PLDI, 2018."/>
          <p:cNvSpPr txBox="1"/>
          <p:nvPr/>
        </p:nvSpPr>
        <p:spPr>
          <a:xfrm>
            <a:off x="1219200" y="7912099"/>
            <a:ext cx="579487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b">
            <a:spAutoFit/>
          </a:bodyPr>
          <a:lstStyle/>
          <a:p>
            <a:pPr marL="635000" indent="-635000" algn="l">
              <a:buSzPct val="100000"/>
              <a:buAutoNum type="arabicParenBoth"/>
              <a:defRPr sz="2300">
                <a:solidFill>
                  <a:srgbClr val="6E8627"/>
                </a:solidFill>
              </a:defRPr>
            </a:pPr>
            <a:r>
              <a:t>Wickerson et al., "Blah", in </a:t>
            </a:r>
            <a:r>
              <a:rPr i="1"/>
              <a:t>PLDI</a:t>
            </a:r>
            <a:r>
              <a:t>, 2018.</a:t>
            </a:r>
          </a:p>
        </p:txBody>
      </p:sp>
      <p:sp>
        <p:nvSpPr>
          <p:cNvPr id="50" name="Square"/>
          <p:cNvSpPr/>
          <p:nvPr/>
        </p:nvSpPr>
        <p:spPr>
          <a:xfrm>
            <a:off x="5651500" y="1682750"/>
            <a:ext cx="1270000" cy="1270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" name="Some code."/>
          <p:cNvSpPr txBox="1"/>
          <p:nvPr/>
        </p:nvSpPr>
        <p:spPr>
          <a:xfrm>
            <a:off x="8271123" y="1276349"/>
            <a:ext cx="194339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r>
              <a:t>Some code.</a:t>
            </a:r>
          </a:p>
        </p:txBody>
      </p:sp>
      <p:sp>
        <p:nvSpPr>
          <p:cNvPr id="52" name="Here is a cite.(1)"/>
          <p:cNvSpPr txBox="1"/>
          <p:nvPr/>
        </p:nvSpPr>
        <p:spPr>
          <a:xfrm>
            <a:off x="7777890" y="3111499"/>
            <a:ext cx="292986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Here is a cite.</a:t>
            </a:r>
            <a:r>
              <a:rPr baseline="31999"/>
              <a:t>(1)</a:t>
            </a:r>
          </a:p>
        </p:txBody>
      </p:sp>
      <p:graphicFrame>
        <p:nvGraphicFramePr>
          <p:cNvPr id="53" name="Title"/>
          <p:cNvGraphicFramePr/>
          <p:nvPr/>
        </p:nvGraphicFramePr>
        <p:xfrm>
          <a:off x="278861" y="4584700"/>
          <a:ext cx="6397805" cy="26003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952500" y="5461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Rectangle"/>
          <p:cNvSpPr/>
          <p:nvPr/>
        </p:nvSpPr>
        <p:spPr>
          <a:xfrm>
            <a:off x="0" y="-1"/>
            <a:ext cx="13004800" cy="4572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" name="Sam Coward"/>
          <p:cNvSpPr txBox="1"/>
          <p:nvPr/>
        </p:nvSpPr>
        <p:spPr>
          <a:xfrm>
            <a:off x="87122" y="25400"/>
            <a:ext cx="165281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000" b="1">
                <a:solidFill>
                  <a:srgbClr val="FFFFFF"/>
                </a:solidFill>
              </a:defRPr>
            </a:lvl1pPr>
          </a:lstStyle>
          <a:p>
            <a:r>
              <a:t>Sam Coward</a:t>
            </a:r>
          </a:p>
        </p:txBody>
      </p:sp>
      <p:sp>
        <p:nvSpPr>
          <p:cNvPr id="6" name="Mastering Digital Design"/>
          <p:cNvSpPr txBox="1"/>
          <p:nvPr/>
        </p:nvSpPr>
        <p:spPr>
          <a:xfrm>
            <a:off x="4963355" y="25400"/>
            <a:ext cx="3078089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 b="1">
                <a:solidFill>
                  <a:srgbClr val="FFFFFF"/>
                </a:solidFill>
              </a:defRPr>
            </a:lvl1pPr>
          </a:lstStyle>
          <a:p>
            <a:r>
              <a:t>Mastering Digital Design</a:t>
            </a:r>
          </a:p>
        </p:txBody>
      </p:sp>
      <p:sp>
        <p:nvSpPr>
          <p:cNvPr id="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50"/>
            <a:ext cx="396826" cy="4064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r">
              <a:defRPr sz="2000" b="1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228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457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685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9144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11430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1371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1600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1828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Lecture 2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Lecture 2</a:t>
            </a:r>
          </a:p>
        </p:txBody>
      </p:sp>
      <p:sp>
        <p:nvSpPr>
          <p:cNvPr id="63" name="Mastering  Digital Design"/>
          <p:cNvSpPr txBox="1">
            <a:spLocks noGrp="1"/>
          </p:cNvSpPr>
          <p:nvPr>
            <p:ph type="ctrTitle"/>
          </p:nvPr>
        </p:nvSpPr>
        <p:spPr>
          <a:xfrm>
            <a:off x="1270000" y="11303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Mastering </a:t>
            </a:r>
            <a:br/>
            <a:r>
              <a:t>Digital Design</a:t>
            </a:r>
          </a:p>
        </p:txBody>
      </p:sp>
      <p:sp>
        <p:nvSpPr>
          <p:cNvPr id="64" name="with Verilog on FPGAs"/>
          <p:cNvSpPr txBox="1"/>
          <p:nvPr/>
        </p:nvSpPr>
        <p:spPr>
          <a:xfrm>
            <a:off x="2861180" y="4614322"/>
            <a:ext cx="7282443" cy="702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900" b="1">
                <a:solidFill>
                  <a:srgbClr val="9D7A2D"/>
                </a:solidFill>
              </a:defRPr>
            </a:lvl1pPr>
          </a:lstStyle>
          <a:p>
            <a:r>
              <a:rPr dirty="0"/>
              <a:t>with </a:t>
            </a:r>
            <a:r>
              <a:rPr lang="en-GB" dirty="0"/>
              <a:t>System</a:t>
            </a:r>
            <a:r>
              <a:rPr dirty="0"/>
              <a:t>Verilog on FPGAs</a:t>
            </a:r>
          </a:p>
        </p:txBody>
      </p:sp>
      <p:sp>
        <p:nvSpPr>
          <p:cNvPr id="2" name="Slides by John Wickerson">
            <a:extLst>
              <a:ext uri="{FF2B5EF4-FFF2-40B4-BE49-F238E27FC236}">
                <a16:creationId xmlns:a16="http://schemas.microsoft.com/office/drawing/2014/main" id="{D353BE6D-8EF9-7569-F438-60B46EC3AED4}"/>
              </a:ext>
            </a:extLst>
          </p:cNvPr>
          <p:cNvSpPr txBox="1"/>
          <p:nvPr/>
        </p:nvSpPr>
        <p:spPr>
          <a:xfrm>
            <a:off x="4355281" y="6537324"/>
            <a:ext cx="4040238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t>Slides by John Wickerson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67" name="Arithmetic and logical operators in Verilog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Arithmetic and logical operators in Verilog</a:t>
            </a:r>
          </a:p>
          <a:p>
            <a:r>
              <a:t>Clocked circuits</a:t>
            </a:r>
          </a:p>
          <a:p>
            <a:r>
              <a:t>Shift registers</a:t>
            </a:r>
          </a:p>
          <a:p>
            <a:r>
              <a:t>Converting from binary to binary-coded decimal (BCD)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Arithmetic and Logical Operators in Verilo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549148">
              <a:defRPr sz="7519"/>
            </a:lvl1pPr>
          </a:lstStyle>
          <a:p>
            <a:r>
              <a:rPr dirty="0"/>
              <a:t>Arithmetic and Logical Operator</a:t>
            </a:r>
            <a:r>
              <a:rPr lang="en-GB" dirty="0"/>
              <a:t>s</a:t>
            </a:r>
            <a:endParaRPr dirty="0"/>
          </a:p>
        </p:txBody>
      </p:sp>
      <p:sp>
        <p:nvSpPr>
          <p:cNvPr id="7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Integer Arithmeti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Integer Arithmetic</a:t>
            </a:r>
          </a:p>
        </p:txBody>
      </p:sp>
      <p:sp>
        <p:nvSpPr>
          <p:cNvPr id="74" name="Integer arithmetic without carries:…"/>
          <p:cNvSpPr txBox="1">
            <a:spLocks noGrp="1"/>
          </p:cNvSpPr>
          <p:nvPr>
            <p:ph type="body" idx="1"/>
          </p:nvPr>
        </p:nvSpPr>
        <p:spPr>
          <a:xfrm>
            <a:off x="952500" y="2582355"/>
            <a:ext cx="11099800" cy="6286500"/>
          </a:xfrm>
          <a:prstGeom prst="rect">
            <a:avLst/>
          </a:prstGeom>
        </p:spPr>
        <p:txBody>
          <a:bodyPr/>
          <a:lstStyle/>
          <a:p>
            <a:r>
              <a:rPr dirty="0"/>
              <a:t>Integer arithmetic without carries:</a:t>
            </a:r>
          </a:p>
          <a:p>
            <a:endParaRPr dirty="0"/>
          </a:p>
          <a:p>
            <a:endParaRPr dirty="0"/>
          </a:p>
          <a:p>
            <a:r>
              <a:rPr dirty="0"/>
              <a:t>Integer arithmetic with carry-in and carry-out:</a:t>
            </a:r>
          </a:p>
        </p:txBody>
      </p:sp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sp>
        <p:nvSpPr>
          <p:cNvPr id="76" name="module add32 (a, b, sum);…"/>
          <p:cNvSpPr txBox="1"/>
          <p:nvPr/>
        </p:nvSpPr>
        <p:spPr>
          <a:xfrm>
            <a:off x="1902967" y="3251042"/>
            <a:ext cx="4690387" cy="213391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add32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[31:0] a, b,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[31:0] sum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sum = a + b;</a:t>
            </a:r>
          </a:p>
          <a:p>
            <a:pPr algn="l">
              <a:defRPr sz="22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77" name="module add32_carry (a, b, cin, sum, cout);…"/>
          <p:cNvSpPr txBox="1"/>
          <p:nvPr/>
        </p:nvSpPr>
        <p:spPr>
          <a:xfrm>
            <a:off x="1902967" y="6241755"/>
            <a:ext cx="6049733" cy="2811026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add32_carry 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(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[31:0] a, b,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[31:0] sum,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cout</a:t>
            </a:r>
            <a:endParaRPr lang="en-GB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{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 sum} = a + b +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2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grpSp>
        <p:nvGrpSpPr>
          <p:cNvPr id="80" name="Group"/>
          <p:cNvGrpSpPr/>
          <p:nvPr/>
        </p:nvGrpSpPr>
        <p:grpSpPr>
          <a:xfrm>
            <a:off x="3565476" y="8644381"/>
            <a:ext cx="6635385" cy="665527"/>
            <a:chOff x="0" y="244138"/>
            <a:chExt cx="6635384" cy="665526"/>
          </a:xfrm>
        </p:grpSpPr>
        <p:sp>
          <p:nvSpPr>
            <p:cNvPr id="78" name="What is the width of the +-operator?"/>
            <p:cNvSpPr/>
            <p:nvPr/>
          </p:nvSpPr>
          <p:spPr>
            <a:xfrm>
              <a:off x="0" y="909663"/>
              <a:ext cx="6635384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t>What is the width of the 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+</a:t>
              </a:r>
              <a:r>
                <a:t>-operator?</a:t>
              </a:r>
            </a:p>
          </p:txBody>
        </p:sp>
        <p:sp>
          <p:nvSpPr>
            <p:cNvPr id="79" name="Line"/>
            <p:cNvSpPr/>
            <p:nvPr/>
          </p:nvSpPr>
          <p:spPr>
            <a:xfrm flipH="1" flipV="1">
              <a:off x="2778762" y="244138"/>
              <a:ext cx="505861" cy="408399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1" build="p" bldLvl="5" animBg="1" advAuto="0"/>
      <p:bldP spid="76" grpId="2" animBg="1" advAuto="0"/>
      <p:bldP spid="77" grpId="3" animBg="1" advAuto="0"/>
      <p:bldP spid="80" grpId="4" animBg="1" advAuto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900FC-DB75-42D6-9BB6-76D8F9618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9B3E10-C204-73EE-3E53-1C2A2FE5D0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2500" y="5467673"/>
            <a:ext cx="11099800" cy="731649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Prove </a:t>
            </a:r>
            <a:r>
              <a:rPr lang="en-GB" i="1" dirty="0"/>
              <a:t>mathematically</a:t>
            </a:r>
            <a:r>
              <a:rPr lang="en-GB" dirty="0"/>
              <a:t> that the addition cannot overflow?</a:t>
            </a:r>
          </a:p>
        </p:txBody>
      </p:sp>
      <p:sp>
        <p:nvSpPr>
          <p:cNvPr id="4" name="module add32_carry (a, b, cin, sum, cout);…">
            <a:extLst>
              <a:ext uri="{FF2B5EF4-FFF2-40B4-BE49-F238E27FC236}">
                <a16:creationId xmlns:a16="http://schemas.microsoft.com/office/drawing/2014/main" id="{AB6D6ADE-B15A-DEC5-8159-605BF100DD3E}"/>
              </a:ext>
            </a:extLst>
          </p:cNvPr>
          <p:cNvSpPr txBox="1"/>
          <p:nvPr/>
        </p:nvSpPr>
        <p:spPr>
          <a:xfrm>
            <a:off x="647605" y="2506664"/>
            <a:ext cx="6049733" cy="2811026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add32_carry 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(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[31:0] a, b,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[31:0] sum,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cout</a:t>
            </a:r>
            <a:endParaRPr lang="en-GB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{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 sum} = a + b +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2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5" name="module add32_carry (a, b, cin, sum, cout);…">
            <a:extLst>
              <a:ext uri="{FF2B5EF4-FFF2-40B4-BE49-F238E27FC236}">
                <a16:creationId xmlns:a16="http://schemas.microsoft.com/office/drawing/2014/main" id="{9B2E35DE-DD6A-7C43-E0ED-351C4FB83DA8}"/>
              </a:ext>
            </a:extLst>
          </p:cNvPr>
          <p:cNvSpPr txBox="1"/>
          <p:nvPr/>
        </p:nvSpPr>
        <p:spPr>
          <a:xfrm>
            <a:off x="68943" y="6537876"/>
            <a:ext cx="5030223" cy="213391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mul_add_32 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(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[15:0] a, b, c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[31:0] out,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 = (a * b) + c;</a:t>
            </a:r>
          </a:p>
          <a:p>
            <a:pPr algn="l">
              <a:defRPr sz="22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5439589-AB59-A4FA-5FCE-BF8D166758DB}"/>
              </a:ext>
            </a:extLst>
          </p:cNvPr>
          <p:cNvSpPr txBox="1">
            <a:spLocks/>
          </p:cNvSpPr>
          <p:nvPr/>
        </p:nvSpPr>
        <p:spPr>
          <a:xfrm>
            <a:off x="5529943" y="6787264"/>
            <a:ext cx="6522357" cy="1292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444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889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1333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1778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2222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2667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3111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3556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4000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pPr marL="0" indent="0" hangingPunct="1">
              <a:buFontTx/>
              <a:buNone/>
            </a:pPr>
            <a:r>
              <a:rPr lang="en-GB" dirty="0"/>
              <a:t>Can this arithmetic overflow?</a:t>
            </a:r>
          </a:p>
        </p:txBody>
      </p:sp>
    </p:spTree>
    <p:extLst>
      <p:ext uri="{BB962C8B-B14F-4D97-AF65-F5344CB8AC3E}">
        <p14:creationId xmlns:p14="http://schemas.microsoft.com/office/powerpoint/2010/main" val="90889251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 advAuto="0"/>
      <p:bldP spid="5" grpId="0" animBg="1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83" name="Bitwise operators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1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8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  <p:sp>
        <p:nvSpPr>
          <p:cNvPr id="5" name="Bitwise operators:  ~(4'b0101) = {~0,~1,~0,~1}">
            <a:extLst>
              <a:ext uri="{FF2B5EF4-FFF2-40B4-BE49-F238E27FC236}">
                <a16:creationId xmlns:a16="http://schemas.microsoft.com/office/drawing/2014/main" id="{F39FA2D7-A2E7-46BC-95DD-8E2E82F3D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</a:t>
            </a:r>
            <a:r>
              <a:rPr lang="en-GB"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>
                <a:solidFill>
                  <a:srgbClr val="FFFED2"/>
                </a:solidFill>
              </a:rPr>
              <a:t>=</a:t>
            </a:r>
            <a:r>
              <a:rPr lang="en-GB" sz="2800">
                <a:solidFill>
                  <a:srgbClr val="FFFED2"/>
                </a:solidFill>
                <a:latin typeface="Courier"/>
                <a:ea typeface="Courier"/>
                <a:cs typeface="Courier"/>
                <a:sym typeface="Courier"/>
              </a:rPr>
              <a:t> {~0,~1,~0,~1}</a:t>
            </a:r>
            <a:endParaRPr sz="2800">
              <a:solidFill>
                <a:srgbClr val="FFFED2"/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91" name="Bitwise operators:  ~(4'b0101) = {~0,~1,~0,~1}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</a:t>
            </a:r>
          </a:p>
        </p:txBody>
      </p:sp>
      <p:sp>
        <p:nvSpPr>
          <p:cNvPr id="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95" name="Bitwise operators:  ~(4'b0101) = {~0,~1,~0,~1} = {1,0,1,0}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</a:t>
            </a:r>
          </a:p>
        </p:txBody>
      </p:sp>
      <p:sp>
        <p:nvSpPr>
          <p:cNvPr id="9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9</a:t>
            </a:fld>
            <a:endParaRPr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99" name="Bitwise operators:  ~(4'b0101) = {~0,~1,~0,~1} = {1,0,1,0} = 4'b101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</a:p>
        </p:txBody>
      </p:sp>
      <p:sp>
        <p:nvSpPr>
          <p:cNvPr id="10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0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  <p:sp>
        <p:nvSpPr>
          <p:cNvPr id="5" name="Bitwise operators:  ~(4'b0101) = {~0,~1,~0,~1} = {1,0,1,0} = 4'b1010 4'b0101 &amp; 4'b0011 = 4'b0001">
            <a:extLst>
              <a:ext uri="{FF2B5EF4-FFF2-40B4-BE49-F238E27FC236}">
                <a16:creationId xmlns:a16="http://schemas.microsoft.com/office/drawing/2014/main" id="{48F0E956-C8EC-6E56-D438-2E294992FB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</a:t>
            </a:r>
            <a:r>
              <a:rPr sz="2800">
                <a:solidFill>
                  <a:srgbClr val="FFFED2"/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>
                <a:solidFill>
                  <a:srgbClr val="FFFED2"/>
                </a:solidFill>
              </a:rPr>
              <a:t>=</a:t>
            </a:r>
            <a:r>
              <a:rPr sz="2800">
                <a:solidFill>
                  <a:srgbClr val="FFFED2"/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07" name="Bitwise operators:  ~(4'b0101) = {~0,~1,~0,~1} = {1,0,1,0} = 4'b1010 4'b0101 &amp; 4'b0011 = 4'b000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</p:txBody>
      </p:sp>
      <p:sp>
        <p:nvSpPr>
          <p:cNvPr id="10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16878" y="31750"/>
            <a:ext cx="382936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12</a:t>
            </a:fld>
            <a:endParaRPr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11" name="Bitwise operators:  ~(4'b0101) = {~0,~1,~0,~1} = {1,0,1,0} = 4'b1010 4'b0101 &amp; 4'b0011 = 4'b000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</a:p>
        </p:txBody>
      </p:sp>
      <p:sp>
        <p:nvSpPr>
          <p:cNvPr id="1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1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14</a:t>
            </a:fld>
            <a:endParaRPr/>
          </a:p>
        </p:txBody>
      </p:sp>
      <p:sp>
        <p:nvSpPr>
          <p:cNvPr id="4" name="Bitwise operators:  ~(4'b0101) = {~0,~1,~0,~1} = {1,0,1,0} = 4'b1010 4'b0101 &amp; 4'b0011 = 4'b0001…">
            <a:extLst>
              <a:ext uri="{FF2B5EF4-FFF2-40B4-BE49-F238E27FC236}">
                <a16:creationId xmlns:a16="http://schemas.microsoft.com/office/drawing/2014/main" id="{05012C80-F772-3787-1D5E-9FAAEA64A0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!(4'b0101)</a:t>
            </a:r>
            <a:r>
              <a:rPr sz="2800">
                <a:solidFill>
                  <a:srgbClr val="FFFED2"/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>
                <a:solidFill>
                  <a:srgbClr val="FFFED2"/>
                </a:solidFill>
              </a:rPr>
              <a:t>=</a:t>
            </a:r>
            <a:r>
              <a:rPr sz="2800">
                <a:solidFill>
                  <a:srgbClr val="FFFED2"/>
                </a:solidFill>
                <a:latin typeface="Courier"/>
                <a:ea typeface="Courier"/>
                <a:cs typeface="Courier"/>
                <a:sym typeface="Courier"/>
              </a:rPr>
              <a:t> 0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19" name="Bitwise operators:  ~(4'b0101) = {~0,~1,~0,~1} = {1,0,1,0} = 4'b1010 4'b0101 &amp; 4'b0011 = 4'b000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</a:t>
            </a:r>
          </a:p>
        </p:txBody>
      </p:sp>
      <p:sp>
        <p:nvSpPr>
          <p:cNvPr id="12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15</a:t>
            </a:fld>
            <a:endParaRPr/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23" name="Bitwise operators:  ~(4'b0101) = {~0,~1,~0,~1} = {1,0,1,0} = 4'b1010 4'b0101 &amp; 4'b0011 = 4'b000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</a:t>
            </a:r>
          </a:p>
          <a:p>
            <a:r>
              <a:t>Reduction operators:</a:t>
            </a:r>
          </a:p>
        </p:txBody>
      </p:sp>
      <p:sp>
        <p:nvSpPr>
          <p:cNvPr id="1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16</a:t>
            </a:fld>
            <a:endParaRPr/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17</a:t>
            </a:fld>
            <a:endParaRPr/>
          </a:p>
        </p:txBody>
      </p:sp>
      <p:sp>
        <p:nvSpPr>
          <p:cNvPr id="4" name="Bitwise operators:  ~(4'b0101) = {~0,~1,~0,~1} = {1,0,1,0} = 4'b1010 4'b0101 &amp; 4'b0011 = 4'b0001…">
            <a:extLst>
              <a:ext uri="{FF2B5EF4-FFF2-40B4-BE49-F238E27FC236}">
                <a16:creationId xmlns:a16="http://schemas.microsoft.com/office/drawing/2014/main" id="{3AE9B749-FEE2-82D5-CB1D-5B3D18E381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</a:t>
            </a:r>
          </a:p>
          <a:p>
            <a:r>
              <a:t>Reduction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&amp;(4'b0101) </a:t>
            </a:r>
            <a:r>
              <a:rPr>
                <a:solidFill>
                  <a:srgbClr val="FFFED2"/>
                </a:solidFill>
              </a:rPr>
              <a:t>=</a:t>
            </a:r>
            <a:r>
              <a:rPr sz="2800">
                <a:solidFill>
                  <a:srgbClr val="FFFED2"/>
                </a:solidFill>
                <a:latin typeface="Courier"/>
                <a:ea typeface="Courier"/>
                <a:cs typeface="Courier"/>
                <a:sym typeface="Courier"/>
              </a:rPr>
              <a:t> 0 &amp; 1 &amp; 0 &amp; 1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31" name="Bitwise operators:  ~(4'b0101) = {~0,~1,~0,~1} = {1,0,1,0} = 4'b1010 4'b0101 &amp; 4'b0011 = 4'b000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</a:t>
            </a:r>
          </a:p>
          <a:p>
            <a:r>
              <a:t>Reduction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&amp;(4'b0101)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 &amp; 1 &amp; 0 &amp; 1</a:t>
            </a:r>
          </a:p>
        </p:txBody>
      </p:sp>
      <p:sp>
        <p:nvSpPr>
          <p:cNvPr id="1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18</a:t>
            </a:fld>
            <a:endParaRPr/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35" name="Bitwise operators:  ~(4'b0101) = {~0,~1,~0,~1} = {1,0,1,0} = 4'b1010 4'b0101 &amp; 4'b0011 = 4'b000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</a:t>
            </a:r>
          </a:p>
          <a:p>
            <a:r>
              <a:t>Reduction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&amp;(4'b0101)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 &amp; 1 &amp; 0 &amp; 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1'b0</a:t>
            </a:r>
          </a:p>
        </p:txBody>
      </p:sp>
      <p:sp>
        <p:nvSpPr>
          <p:cNvPr id="13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19</a:t>
            </a:fld>
            <a:endParaRPr/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20</a:t>
            </a:fld>
            <a:endParaRPr/>
          </a:p>
        </p:txBody>
      </p:sp>
      <p:pic>
        <p:nvPicPr>
          <p:cNvPr id="140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392" y="2794000"/>
            <a:ext cx="12188016" cy="3827496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43" name="Group"/>
          <p:cNvGrpSpPr/>
          <p:nvPr/>
        </p:nvGrpSpPr>
        <p:grpSpPr>
          <a:xfrm>
            <a:off x="4194765" y="5885643"/>
            <a:ext cx="4026676" cy="1100164"/>
            <a:chOff x="0" y="0"/>
            <a:chExt cx="4026674" cy="1100163"/>
          </a:xfrm>
        </p:grpSpPr>
        <p:sp>
          <p:nvSpPr>
            <p:cNvPr id="141" name="What is the difference between ~a and !a?"/>
            <p:cNvSpPr/>
            <p:nvPr/>
          </p:nvSpPr>
          <p:spPr>
            <a:xfrm>
              <a:off x="0" y="1100163"/>
              <a:ext cx="402667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t>What is the difference between ~a and !a?</a:t>
              </a:r>
            </a:p>
          </p:txBody>
        </p:sp>
        <p:sp>
          <p:nvSpPr>
            <p:cNvPr id="142" name="Line"/>
            <p:cNvSpPr/>
            <p:nvPr/>
          </p:nvSpPr>
          <p:spPr>
            <a:xfrm flipH="1" flipV="1">
              <a:off x="1932069" y="0"/>
              <a:ext cx="177165" cy="652537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1" animBg="1" advAuto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Incomplete specific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37463">
              <a:defRPr sz="7360"/>
            </a:lvl1pPr>
          </a:lstStyle>
          <a:p>
            <a:r>
              <a:t>Incomplete specification</a:t>
            </a:r>
          </a:p>
        </p:txBody>
      </p:sp>
      <p:sp>
        <p:nvSpPr>
          <p:cNvPr id="146" name="If out is not assigned in an always block, the previous value must be retained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If </a:t>
            </a:r>
            <a:r>
              <a:rPr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  <a:r>
              <a:rPr dirty="0"/>
              <a:t> is not assigned in an always block, the previous value must be retained.</a:t>
            </a:r>
          </a:p>
        </p:txBody>
      </p:sp>
      <p:sp>
        <p:nvSpPr>
          <p:cNvPr id="1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21</a:t>
            </a:fld>
            <a:endParaRPr/>
          </a:p>
        </p:txBody>
      </p:sp>
      <p:sp>
        <p:nvSpPr>
          <p:cNvPr id="148" name="module maybe_mux_3to1…"/>
          <p:cNvSpPr txBox="1"/>
          <p:nvPr/>
        </p:nvSpPr>
        <p:spPr>
          <a:xfrm>
            <a:off x="1483867" y="4225101"/>
            <a:ext cx="4350550" cy="4503797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maybe_mux_3to1 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(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a, b, c,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[1:0]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case (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2'b00: out = a;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2'b01: out = b;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2'b10: out = c;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2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grpSp>
        <p:nvGrpSpPr>
          <p:cNvPr id="151" name="Group"/>
          <p:cNvGrpSpPr/>
          <p:nvPr/>
        </p:nvGrpSpPr>
        <p:grpSpPr>
          <a:xfrm>
            <a:off x="6863658" y="3790570"/>
            <a:ext cx="2694377" cy="3622394"/>
            <a:chOff x="0" y="0"/>
            <a:chExt cx="2694375" cy="3622392"/>
          </a:xfrm>
        </p:grpSpPr>
        <p:pic>
          <p:nvPicPr>
            <p:cNvPr id="149" name="Image" descr="Image"/>
            <p:cNvPicPr>
              <a:picLocks noChangeAspect="1"/>
            </p:cNvPicPr>
            <p:nvPr/>
          </p:nvPicPr>
          <p:blipFill>
            <a:blip r:embed="rId2"/>
            <a:srcRect r="58229" b="28881"/>
            <a:stretch>
              <a:fillRect/>
            </a:stretch>
          </p:blipFill>
          <p:spPr>
            <a:xfrm>
              <a:off x="0" y="0"/>
              <a:ext cx="2133393" cy="362239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50" name="Image" descr="Image"/>
            <p:cNvPicPr>
              <a:picLocks noChangeAspect="1"/>
            </p:cNvPicPr>
            <p:nvPr/>
          </p:nvPicPr>
          <p:blipFill>
            <a:blip r:embed="rId2"/>
            <a:srcRect l="89169" b="29357"/>
            <a:stretch>
              <a:fillRect/>
            </a:stretch>
          </p:blipFill>
          <p:spPr>
            <a:xfrm>
              <a:off x="2141239" y="0"/>
              <a:ext cx="553137" cy="359813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B46EAF4-6BDC-8182-C7F1-AE86EBE56019}"/>
              </a:ext>
            </a:extLst>
          </p:cNvPr>
          <p:cNvSpPr txBox="1"/>
          <p:nvPr/>
        </p:nvSpPr>
        <p:spPr>
          <a:xfrm>
            <a:off x="6672123" y="8185159"/>
            <a:ext cx="5894798" cy="10874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Missing assignment – what </a:t>
            </a:r>
            <a:r>
              <a:rPr lang="en-GB" dirty="0"/>
              <a:t>about </a:t>
            </a:r>
            <a:r>
              <a:rPr kumimoji="0" lang="en-GB" sz="32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"/>
              </a:rPr>
              <a:t>sel</a:t>
            </a: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"/>
              </a:rPr>
              <a:t> = 2’b11</a:t>
            </a: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cs typeface="Courier New" panose="02070309020205020404" pitchFamily="49" charset="0"/>
                <a:sym typeface="Helvetica"/>
              </a:rPr>
              <a:t>?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6" grpId="3" animBg="1" advAuto="0"/>
      <p:bldP spid="148" grpId="2" animBg="1" advAuto="0"/>
      <p:bldP spid="151" grpId="1" animBg="1" advAuto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Incomplete specific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37463">
              <a:defRPr sz="7360"/>
            </a:lvl1pPr>
          </a:lstStyle>
          <a:p>
            <a:r>
              <a:t>Incomplete specification</a:t>
            </a:r>
          </a:p>
        </p:txBody>
      </p:sp>
      <p:sp>
        <p:nvSpPr>
          <p:cNvPr id="154" name="If out is not assigned in an always block, the previous value must be retained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If 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  <a:r>
              <a:t> is not assigned in an always block, the previous value must be retained</a:t>
            </a:r>
            <a:r>
              <a:rPr lang="en-GB"/>
              <a:t> (a latch)</a:t>
            </a:r>
            <a:r>
              <a:t>.</a:t>
            </a:r>
          </a:p>
        </p:txBody>
      </p:sp>
      <p:sp>
        <p:nvSpPr>
          <p:cNvPr id="1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22</a:t>
            </a:fld>
            <a:endParaRPr/>
          </a:p>
        </p:txBody>
      </p:sp>
      <p:pic>
        <p:nvPicPr>
          <p:cNvPr id="15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658" y="3790570"/>
            <a:ext cx="5107377" cy="5093460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module maybe_mux_3to1…">
            <a:extLst>
              <a:ext uri="{FF2B5EF4-FFF2-40B4-BE49-F238E27FC236}">
                <a16:creationId xmlns:a16="http://schemas.microsoft.com/office/drawing/2014/main" id="{896F9D79-4E23-990A-9548-213C1B97B96E}"/>
              </a:ext>
            </a:extLst>
          </p:cNvPr>
          <p:cNvSpPr txBox="1"/>
          <p:nvPr/>
        </p:nvSpPr>
        <p:spPr>
          <a:xfrm>
            <a:off x="1483867" y="4225101"/>
            <a:ext cx="4350550" cy="4503797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maybe_mux_3to1 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(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a, b, c,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[1:0]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case (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2'b00: out = a;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2'b01: out = b;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2'b10: out = c;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2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 advAuto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Incomplete specific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37463">
              <a:defRPr sz="7360"/>
            </a:lvl1pPr>
          </a:lstStyle>
          <a:p>
            <a:r>
              <a:t>Incomplete specification</a:t>
            </a:r>
          </a:p>
        </p:txBody>
      </p:sp>
      <p:sp>
        <p:nvSpPr>
          <p:cNvPr id="160" name="Could fix by preceding with a default assignment..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Could fix by preceding with a default assignment...</a:t>
            </a:r>
          </a:p>
        </p:txBody>
      </p:sp>
      <p:sp>
        <p:nvSpPr>
          <p:cNvPr id="1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23</a:t>
            </a:fld>
            <a:endParaRPr/>
          </a:p>
        </p:txBody>
      </p:sp>
      <p:sp>
        <p:nvSpPr>
          <p:cNvPr id="162" name="module maybe_mux_3to1…"/>
          <p:cNvSpPr txBox="1"/>
          <p:nvPr/>
        </p:nvSpPr>
        <p:spPr>
          <a:xfrm>
            <a:off x="1483867" y="4055825"/>
            <a:ext cx="4350550" cy="484235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maybe_mux_3to1 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(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a, b, c,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[1:0]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 = 'x;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case (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2'b00: out = a;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2'b01: out = b;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2'b10: out = c;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2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grpSp>
        <p:nvGrpSpPr>
          <p:cNvPr id="165" name="Group"/>
          <p:cNvGrpSpPr/>
          <p:nvPr/>
        </p:nvGrpSpPr>
        <p:grpSpPr>
          <a:xfrm>
            <a:off x="6863658" y="3790570"/>
            <a:ext cx="2694377" cy="3622394"/>
            <a:chOff x="0" y="0"/>
            <a:chExt cx="2694375" cy="3622392"/>
          </a:xfrm>
        </p:grpSpPr>
        <p:pic>
          <p:nvPicPr>
            <p:cNvPr id="163" name="Image" descr="Image"/>
            <p:cNvPicPr>
              <a:picLocks noChangeAspect="1"/>
            </p:cNvPicPr>
            <p:nvPr/>
          </p:nvPicPr>
          <p:blipFill>
            <a:blip r:embed="rId2"/>
            <a:srcRect r="58229" b="28881"/>
            <a:stretch>
              <a:fillRect/>
            </a:stretch>
          </p:blipFill>
          <p:spPr>
            <a:xfrm>
              <a:off x="0" y="0"/>
              <a:ext cx="2133393" cy="362239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64" name="Image" descr="Image"/>
            <p:cNvPicPr>
              <a:picLocks noChangeAspect="1"/>
            </p:cNvPicPr>
            <p:nvPr/>
          </p:nvPicPr>
          <p:blipFill>
            <a:blip r:embed="rId2"/>
            <a:srcRect l="89169" b="29357"/>
            <a:stretch>
              <a:fillRect/>
            </a:stretch>
          </p:blipFill>
          <p:spPr>
            <a:xfrm>
              <a:off x="2141239" y="0"/>
              <a:ext cx="553137" cy="359813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Incomplete specific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37463">
              <a:defRPr sz="7360"/>
            </a:lvl1pPr>
          </a:lstStyle>
          <a:p>
            <a:r>
              <a:t>Incomplete specification</a:t>
            </a:r>
          </a:p>
        </p:txBody>
      </p:sp>
      <p:sp>
        <p:nvSpPr>
          <p:cNvPr id="168" name="Could fix by preceding with a default assignment... ... or by using a default case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Could fix by preceding with a default assignment...</a:t>
            </a:r>
            <a:br>
              <a:rPr dirty="0"/>
            </a:br>
            <a:r>
              <a:rPr dirty="0"/>
              <a:t>... or by using a </a:t>
            </a:r>
            <a:r>
              <a:rPr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default</a:t>
            </a:r>
            <a:r>
              <a:rPr dirty="0"/>
              <a:t> case.</a:t>
            </a:r>
          </a:p>
        </p:txBody>
      </p:sp>
      <p:sp>
        <p:nvSpPr>
          <p:cNvPr id="16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24</a:t>
            </a:fld>
            <a:endParaRPr/>
          </a:p>
        </p:txBody>
      </p:sp>
      <p:sp>
        <p:nvSpPr>
          <p:cNvPr id="170" name="module maybe_mux_3to1…"/>
          <p:cNvSpPr txBox="1"/>
          <p:nvPr/>
        </p:nvSpPr>
        <p:spPr>
          <a:xfrm>
            <a:off x="1483867" y="4055825"/>
            <a:ext cx="4350550" cy="484235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maybe_mux_3to1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a, b, c,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[1:0]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case (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2'b00: out = a;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2'b01: out = b;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2'b10: out = c;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default: out = 'x;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2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grpSp>
        <p:nvGrpSpPr>
          <p:cNvPr id="173" name="Group"/>
          <p:cNvGrpSpPr/>
          <p:nvPr/>
        </p:nvGrpSpPr>
        <p:grpSpPr>
          <a:xfrm>
            <a:off x="6863658" y="3790570"/>
            <a:ext cx="2694377" cy="3622394"/>
            <a:chOff x="0" y="0"/>
            <a:chExt cx="2694375" cy="3622392"/>
          </a:xfrm>
        </p:grpSpPr>
        <p:pic>
          <p:nvPicPr>
            <p:cNvPr id="171" name="Image" descr="Image"/>
            <p:cNvPicPr>
              <a:picLocks noChangeAspect="1"/>
            </p:cNvPicPr>
            <p:nvPr/>
          </p:nvPicPr>
          <p:blipFill>
            <a:blip r:embed="rId2"/>
            <a:srcRect r="58229" b="28881"/>
            <a:stretch>
              <a:fillRect/>
            </a:stretch>
          </p:blipFill>
          <p:spPr>
            <a:xfrm>
              <a:off x="0" y="0"/>
              <a:ext cx="2133393" cy="362239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72" name="Image" descr="Image"/>
            <p:cNvPicPr>
              <a:picLocks noChangeAspect="1"/>
            </p:cNvPicPr>
            <p:nvPr/>
          </p:nvPicPr>
          <p:blipFill>
            <a:blip r:embed="rId2"/>
            <a:srcRect l="89169" b="29357"/>
            <a:stretch>
              <a:fillRect/>
            </a:stretch>
          </p:blipFill>
          <p:spPr>
            <a:xfrm>
              <a:off x="2141239" y="0"/>
              <a:ext cx="553137" cy="359813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>
            <a:extLst>
              <a:ext uri="{FF2B5EF4-FFF2-40B4-BE49-F238E27FC236}">
                <a16:creationId xmlns:a16="http://schemas.microsoft.com/office/drawing/2014/main" id="{B44806B4-69FD-BCDF-ED13-4C088E8D1A7A}"/>
              </a:ext>
            </a:extLst>
          </p:cNvPr>
          <p:cNvSpPr/>
          <p:nvPr/>
        </p:nvSpPr>
        <p:spPr>
          <a:xfrm>
            <a:off x="568076" y="2838451"/>
            <a:ext cx="6828782" cy="5345670"/>
          </a:xfrm>
          <a:prstGeom prst="rect">
            <a:avLst/>
          </a:prstGeom>
          <a:solidFill>
            <a:srgbClr val="E9E6B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" name="An ALU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An ALU</a:t>
            </a:r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25</a:t>
            </a:fld>
            <a:endParaRPr/>
          </a:p>
        </p:txBody>
      </p:sp>
      <p:sp>
        <p:nvSpPr>
          <p:cNvPr id="177" name="Line"/>
          <p:cNvSpPr/>
          <p:nvPr/>
        </p:nvSpPr>
        <p:spPr>
          <a:xfrm flipV="1">
            <a:off x="2582272" y="2427889"/>
            <a:ext cx="1" cy="910022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" name="Line"/>
          <p:cNvSpPr/>
          <p:nvPr/>
        </p:nvSpPr>
        <p:spPr>
          <a:xfrm flipV="1">
            <a:off x="4919072" y="2440589"/>
            <a:ext cx="1" cy="1134023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" name="Line"/>
          <p:cNvSpPr/>
          <p:nvPr/>
        </p:nvSpPr>
        <p:spPr>
          <a:xfrm flipH="1">
            <a:off x="6800695" y="5921789"/>
            <a:ext cx="112023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" name="A[31:0]"/>
          <p:cNvSpPr txBox="1"/>
          <p:nvPr/>
        </p:nvSpPr>
        <p:spPr>
          <a:xfrm>
            <a:off x="1134236" y="2127895"/>
            <a:ext cx="15013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A[31:0]</a:t>
            </a:r>
          </a:p>
        </p:txBody>
      </p:sp>
      <p:sp>
        <p:nvSpPr>
          <p:cNvPr id="181" name="B[31:0]"/>
          <p:cNvSpPr txBox="1"/>
          <p:nvPr/>
        </p:nvSpPr>
        <p:spPr>
          <a:xfrm>
            <a:off x="3449778" y="2171700"/>
            <a:ext cx="150136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B[31:0]</a:t>
            </a:r>
          </a:p>
        </p:txBody>
      </p:sp>
      <p:sp>
        <p:nvSpPr>
          <p:cNvPr id="182" name="F[2:0]"/>
          <p:cNvSpPr txBox="1"/>
          <p:nvPr/>
        </p:nvSpPr>
        <p:spPr>
          <a:xfrm>
            <a:off x="7381799" y="5343939"/>
            <a:ext cx="1303214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F[2:0]</a:t>
            </a:r>
          </a:p>
        </p:txBody>
      </p:sp>
      <p:sp>
        <p:nvSpPr>
          <p:cNvPr id="183" name="Line"/>
          <p:cNvSpPr/>
          <p:nvPr/>
        </p:nvSpPr>
        <p:spPr>
          <a:xfrm flipV="1">
            <a:off x="3852388" y="7913426"/>
            <a:ext cx="1" cy="1134023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" name="R[31:0]"/>
          <p:cNvSpPr txBox="1"/>
          <p:nvPr/>
        </p:nvSpPr>
        <p:spPr>
          <a:xfrm>
            <a:off x="2416936" y="8872349"/>
            <a:ext cx="15013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R[31:0]</a:t>
            </a:r>
          </a:p>
        </p:txBody>
      </p:sp>
      <p:graphicFrame>
        <p:nvGraphicFramePr>
          <p:cNvPr id="186" name="Table 1"/>
          <p:cNvGraphicFramePr/>
          <p:nvPr/>
        </p:nvGraphicFramePr>
        <p:xfrm>
          <a:off x="9368454" y="956592"/>
          <a:ext cx="3255196" cy="2925510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16275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7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585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400" b="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F[2:0]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400" b="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R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{0,0,0}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+ B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{0,0,1}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+ 1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{0,1,0}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- B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{0,1,1}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- 1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{1,0,X}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* B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6" grpId="1" animBg="1" advAuto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">
            <a:extLst>
              <a:ext uri="{FF2B5EF4-FFF2-40B4-BE49-F238E27FC236}">
                <a16:creationId xmlns:a16="http://schemas.microsoft.com/office/drawing/2014/main" id="{8EBAE626-8E5F-D35C-3110-E2B709BE9D68}"/>
              </a:ext>
            </a:extLst>
          </p:cNvPr>
          <p:cNvSpPr/>
          <p:nvPr/>
        </p:nvSpPr>
        <p:spPr>
          <a:xfrm>
            <a:off x="568076" y="2838451"/>
            <a:ext cx="6828782" cy="5345670"/>
          </a:xfrm>
          <a:prstGeom prst="rect">
            <a:avLst/>
          </a:prstGeom>
          <a:solidFill>
            <a:srgbClr val="E9E6B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" name="An ALU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An ALU</a:t>
            </a:r>
          </a:p>
        </p:txBody>
      </p:sp>
      <p:sp>
        <p:nvSpPr>
          <p:cNvPr id="18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26</a:t>
            </a:fld>
            <a:endParaRPr/>
          </a:p>
        </p:txBody>
      </p:sp>
      <p:sp>
        <p:nvSpPr>
          <p:cNvPr id="191" name="Line"/>
          <p:cNvSpPr/>
          <p:nvPr/>
        </p:nvSpPr>
        <p:spPr>
          <a:xfrm flipV="1">
            <a:off x="2582272" y="2427889"/>
            <a:ext cx="1" cy="910022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" name="Line"/>
          <p:cNvSpPr/>
          <p:nvPr/>
        </p:nvSpPr>
        <p:spPr>
          <a:xfrm>
            <a:off x="1212987" y="3350610"/>
            <a:ext cx="4311133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" name="Line"/>
          <p:cNvSpPr/>
          <p:nvPr/>
        </p:nvSpPr>
        <p:spPr>
          <a:xfrm flipH="1">
            <a:off x="1212987" y="3350610"/>
            <a:ext cx="1" cy="2330669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" name="Line"/>
          <p:cNvSpPr/>
          <p:nvPr/>
        </p:nvSpPr>
        <p:spPr>
          <a:xfrm flipH="1">
            <a:off x="3283087" y="3350610"/>
            <a:ext cx="1" cy="2330669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" name="Line"/>
          <p:cNvSpPr/>
          <p:nvPr/>
        </p:nvSpPr>
        <p:spPr>
          <a:xfrm flipH="1">
            <a:off x="5518287" y="3350610"/>
            <a:ext cx="1" cy="2330669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" name="Line"/>
          <p:cNvSpPr/>
          <p:nvPr/>
        </p:nvSpPr>
        <p:spPr>
          <a:xfrm>
            <a:off x="1699479" y="3587838"/>
            <a:ext cx="4311133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" name="Line"/>
          <p:cNvSpPr/>
          <p:nvPr/>
        </p:nvSpPr>
        <p:spPr>
          <a:xfrm>
            <a:off x="1699479" y="3587838"/>
            <a:ext cx="1" cy="745914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" name="Line"/>
          <p:cNvSpPr/>
          <p:nvPr/>
        </p:nvSpPr>
        <p:spPr>
          <a:xfrm>
            <a:off x="3855045" y="3587838"/>
            <a:ext cx="1" cy="745914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" name="Line"/>
          <p:cNvSpPr/>
          <p:nvPr/>
        </p:nvSpPr>
        <p:spPr>
          <a:xfrm flipH="1">
            <a:off x="6010611" y="3562438"/>
            <a:ext cx="1" cy="2115774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" name="32'd1"/>
          <p:cNvSpPr txBox="1"/>
          <p:nvPr/>
        </p:nvSpPr>
        <p:spPr>
          <a:xfrm>
            <a:off x="1847931" y="3619588"/>
            <a:ext cx="800213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32'd1</a:t>
            </a:r>
          </a:p>
        </p:txBody>
      </p:sp>
      <p:sp>
        <p:nvSpPr>
          <p:cNvPr id="201" name="Line"/>
          <p:cNvSpPr/>
          <p:nvPr/>
        </p:nvSpPr>
        <p:spPr>
          <a:xfrm>
            <a:off x="2185971" y="3996121"/>
            <a:ext cx="1" cy="337632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" name="32'd1"/>
          <p:cNvSpPr txBox="1"/>
          <p:nvPr/>
        </p:nvSpPr>
        <p:spPr>
          <a:xfrm>
            <a:off x="3862422" y="3619588"/>
            <a:ext cx="800213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32'd1</a:t>
            </a:r>
          </a:p>
        </p:txBody>
      </p:sp>
      <p:sp>
        <p:nvSpPr>
          <p:cNvPr id="203" name="Line"/>
          <p:cNvSpPr/>
          <p:nvPr/>
        </p:nvSpPr>
        <p:spPr>
          <a:xfrm>
            <a:off x="4200461" y="3996121"/>
            <a:ext cx="1" cy="337632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206" name="Group"/>
          <p:cNvGrpSpPr/>
          <p:nvPr/>
        </p:nvGrpSpPr>
        <p:grpSpPr>
          <a:xfrm>
            <a:off x="1386080" y="4253558"/>
            <a:ext cx="1120232" cy="643707"/>
            <a:chOff x="0" y="-12700"/>
            <a:chExt cx="1120230" cy="643706"/>
          </a:xfrm>
        </p:grpSpPr>
        <p:sp>
          <p:nvSpPr>
            <p:cNvPr id="204" name="Shape"/>
            <p:cNvSpPr/>
            <p:nvPr/>
          </p:nvSpPr>
          <p:spPr>
            <a:xfrm rot="5400000">
              <a:off x="278358" y="-210866"/>
              <a:ext cx="563514" cy="11202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17302"/>
                  </a:lnTo>
                  <a:lnTo>
                    <a:pt x="21600" y="5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1300" b="1"/>
              </a:pPr>
              <a:endParaRPr/>
            </a:p>
          </p:txBody>
        </p:sp>
        <p:sp>
          <p:nvSpPr>
            <p:cNvPr id="205" name="0    1"/>
            <p:cNvSpPr txBox="1"/>
            <p:nvPr/>
          </p:nvSpPr>
          <p:spPr>
            <a:xfrm>
              <a:off x="165160" y="-12701"/>
              <a:ext cx="792064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0    1</a:t>
              </a:r>
            </a:p>
          </p:txBody>
        </p:sp>
      </p:grpSp>
      <p:sp>
        <p:nvSpPr>
          <p:cNvPr id="207" name="Line"/>
          <p:cNvSpPr/>
          <p:nvPr/>
        </p:nvSpPr>
        <p:spPr>
          <a:xfrm>
            <a:off x="1577156" y="6551317"/>
            <a:ext cx="1" cy="45720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" name="Line"/>
          <p:cNvSpPr/>
          <p:nvPr/>
        </p:nvSpPr>
        <p:spPr>
          <a:xfrm flipH="1">
            <a:off x="1577156" y="7008517"/>
            <a:ext cx="1691843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" name="Line"/>
          <p:cNvSpPr/>
          <p:nvPr/>
        </p:nvSpPr>
        <p:spPr>
          <a:xfrm>
            <a:off x="3268998" y="7008517"/>
            <a:ext cx="1" cy="33763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" name="Line"/>
          <p:cNvSpPr/>
          <p:nvPr/>
        </p:nvSpPr>
        <p:spPr>
          <a:xfrm>
            <a:off x="5740400" y="6551317"/>
            <a:ext cx="0" cy="45720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" name="Line"/>
          <p:cNvSpPr/>
          <p:nvPr/>
        </p:nvSpPr>
        <p:spPr>
          <a:xfrm flipH="1">
            <a:off x="4472756" y="7008517"/>
            <a:ext cx="1274552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" name="Line"/>
          <p:cNvSpPr/>
          <p:nvPr/>
        </p:nvSpPr>
        <p:spPr>
          <a:xfrm>
            <a:off x="4475498" y="7008517"/>
            <a:ext cx="1" cy="33763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" name="Line"/>
          <p:cNvSpPr/>
          <p:nvPr/>
        </p:nvSpPr>
        <p:spPr>
          <a:xfrm>
            <a:off x="3855045" y="6551317"/>
            <a:ext cx="1" cy="806426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" name="Line"/>
          <p:cNvSpPr/>
          <p:nvPr/>
        </p:nvSpPr>
        <p:spPr>
          <a:xfrm>
            <a:off x="4041766" y="4909964"/>
            <a:ext cx="1" cy="806426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" name="Line"/>
          <p:cNvSpPr/>
          <p:nvPr/>
        </p:nvSpPr>
        <p:spPr>
          <a:xfrm>
            <a:off x="1884919" y="4894965"/>
            <a:ext cx="1" cy="806426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" name="Line"/>
          <p:cNvSpPr/>
          <p:nvPr/>
        </p:nvSpPr>
        <p:spPr>
          <a:xfrm flipV="1">
            <a:off x="4919072" y="2440589"/>
            <a:ext cx="1" cy="1134023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" name="Line"/>
          <p:cNvSpPr/>
          <p:nvPr/>
        </p:nvSpPr>
        <p:spPr>
          <a:xfrm flipH="1" flipV="1">
            <a:off x="2353013" y="4645724"/>
            <a:ext cx="4457195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" name="Line"/>
          <p:cNvSpPr/>
          <p:nvPr/>
        </p:nvSpPr>
        <p:spPr>
          <a:xfrm flipV="1">
            <a:off x="6813395" y="4645725"/>
            <a:ext cx="1" cy="2955729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" name="Line"/>
          <p:cNvSpPr/>
          <p:nvPr/>
        </p:nvSpPr>
        <p:spPr>
          <a:xfrm flipH="1">
            <a:off x="4584798" y="7593569"/>
            <a:ext cx="223085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222" name="Group"/>
          <p:cNvGrpSpPr/>
          <p:nvPr/>
        </p:nvGrpSpPr>
        <p:grpSpPr>
          <a:xfrm>
            <a:off x="3506980" y="4259908"/>
            <a:ext cx="1120232" cy="637357"/>
            <a:chOff x="0" y="-12700"/>
            <a:chExt cx="1120230" cy="637356"/>
          </a:xfrm>
        </p:grpSpPr>
        <p:sp>
          <p:nvSpPr>
            <p:cNvPr id="220" name="Shape"/>
            <p:cNvSpPr/>
            <p:nvPr/>
          </p:nvSpPr>
          <p:spPr>
            <a:xfrm rot="5400000">
              <a:off x="278358" y="-217216"/>
              <a:ext cx="563514" cy="11202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17302"/>
                  </a:lnTo>
                  <a:lnTo>
                    <a:pt x="21600" y="5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1300" b="1"/>
              </a:pPr>
              <a:endParaRPr/>
            </a:p>
          </p:txBody>
        </p:sp>
        <p:sp>
          <p:nvSpPr>
            <p:cNvPr id="221" name="0   1"/>
            <p:cNvSpPr txBox="1"/>
            <p:nvPr/>
          </p:nvSpPr>
          <p:spPr>
            <a:xfrm>
              <a:off x="181095" y="-12701"/>
              <a:ext cx="707381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0   1</a:t>
              </a:r>
            </a:p>
          </p:txBody>
        </p:sp>
      </p:grpSp>
      <p:sp>
        <p:nvSpPr>
          <p:cNvPr id="223" name="Line"/>
          <p:cNvSpPr/>
          <p:nvPr/>
        </p:nvSpPr>
        <p:spPr>
          <a:xfrm flipH="1">
            <a:off x="6800695" y="5921789"/>
            <a:ext cx="112023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" name="A[31:0]"/>
          <p:cNvSpPr txBox="1"/>
          <p:nvPr/>
        </p:nvSpPr>
        <p:spPr>
          <a:xfrm>
            <a:off x="1134236" y="2127895"/>
            <a:ext cx="15013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A[31:0]</a:t>
            </a:r>
          </a:p>
        </p:txBody>
      </p:sp>
      <p:sp>
        <p:nvSpPr>
          <p:cNvPr id="225" name="B[31:0]"/>
          <p:cNvSpPr txBox="1"/>
          <p:nvPr/>
        </p:nvSpPr>
        <p:spPr>
          <a:xfrm>
            <a:off x="3449778" y="2171700"/>
            <a:ext cx="150136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B[31:0]</a:t>
            </a:r>
          </a:p>
        </p:txBody>
      </p:sp>
      <p:sp>
        <p:nvSpPr>
          <p:cNvPr id="226" name="F[2:0]"/>
          <p:cNvSpPr txBox="1"/>
          <p:nvPr/>
        </p:nvSpPr>
        <p:spPr>
          <a:xfrm>
            <a:off x="7381799" y="5343939"/>
            <a:ext cx="1303214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F[2:0]</a:t>
            </a:r>
          </a:p>
        </p:txBody>
      </p:sp>
      <p:sp>
        <p:nvSpPr>
          <p:cNvPr id="227" name="F[2:1]"/>
          <p:cNvSpPr txBox="1"/>
          <p:nvPr/>
        </p:nvSpPr>
        <p:spPr>
          <a:xfrm>
            <a:off x="5359004" y="7618969"/>
            <a:ext cx="130321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F[2:1]</a:t>
            </a:r>
          </a:p>
        </p:txBody>
      </p:sp>
      <p:sp>
        <p:nvSpPr>
          <p:cNvPr id="228" name="F[0]"/>
          <p:cNvSpPr txBox="1"/>
          <p:nvPr/>
        </p:nvSpPr>
        <p:spPr>
          <a:xfrm>
            <a:off x="6172251" y="4125024"/>
            <a:ext cx="90691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F[0]</a:t>
            </a:r>
          </a:p>
        </p:txBody>
      </p:sp>
      <p:sp>
        <p:nvSpPr>
          <p:cNvPr id="229" name="-"/>
          <p:cNvSpPr/>
          <p:nvPr/>
        </p:nvSpPr>
        <p:spPr>
          <a:xfrm>
            <a:off x="2999264" y="5681278"/>
            <a:ext cx="1326098" cy="88462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-</a:t>
            </a:r>
          </a:p>
        </p:txBody>
      </p:sp>
      <p:sp>
        <p:nvSpPr>
          <p:cNvPr id="230" name="+"/>
          <p:cNvSpPr/>
          <p:nvPr/>
        </p:nvSpPr>
        <p:spPr>
          <a:xfrm>
            <a:off x="914107" y="5681278"/>
            <a:ext cx="1326099" cy="88462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+</a:t>
            </a:r>
          </a:p>
        </p:txBody>
      </p:sp>
      <p:sp>
        <p:nvSpPr>
          <p:cNvPr id="231" name="*"/>
          <p:cNvSpPr/>
          <p:nvPr/>
        </p:nvSpPr>
        <p:spPr>
          <a:xfrm>
            <a:off x="5270083" y="5681278"/>
            <a:ext cx="940634" cy="88462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*</a:t>
            </a:r>
          </a:p>
        </p:txBody>
      </p:sp>
      <p:sp>
        <p:nvSpPr>
          <p:cNvPr id="232" name="Line"/>
          <p:cNvSpPr/>
          <p:nvPr/>
        </p:nvSpPr>
        <p:spPr>
          <a:xfrm flipV="1">
            <a:off x="3852388" y="7913426"/>
            <a:ext cx="1" cy="1134023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235" name="Group"/>
          <p:cNvGrpSpPr/>
          <p:nvPr/>
        </p:nvGrpSpPr>
        <p:grpSpPr>
          <a:xfrm>
            <a:off x="2692347" y="7324513"/>
            <a:ext cx="2320083" cy="588914"/>
            <a:chOff x="0" y="-12700"/>
            <a:chExt cx="2320082" cy="588913"/>
          </a:xfrm>
        </p:grpSpPr>
        <p:sp>
          <p:nvSpPr>
            <p:cNvPr id="233" name="Shape"/>
            <p:cNvSpPr/>
            <p:nvPr/>
          </p:nvSpPr>
          <p:spPr>
            <a:xfrm rot="5400000">
              <a:off x="878284" y="-865585"/>
              <a:ext cx="563514" cy="232008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17302"/>
                  </a:lnTo>
                  <a:lnTo>
                    <a:pt x="21600" y="5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1300" b="1"/>
              </a:pPr>
              <a:endParaRPr/>
            </a:p>
          </p:txBody>
        </p:sp>
        <p:sp>
          <p:nvSpPr>
            <p:cNvPr id="234" name="00    01    10"/>
            <p:cNvSpPr txBox="1"/>
            <p:nvPr/>
          </p:nvSpPr>
          <p:spPr>
            <a:xfrm>
              <a:off x="258269" y="-12701"/>
              <a:ext cx="180885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00    01    10</a:t>
              </a:r>
            </a:p>
          </p:txBody>
        </p:sp>
      </p:grpSp>
      <p:sp>
        <p:nvSpPr>
          <p:cNvPr id="236" name="R[31:0]"/>
          <p:cNvSpPr txBox="1"/>
          <p:nvPr/>
        </p:nvSpPr>
        <p:spPr>
          <a:xfrm>
            <a:off x="2416936" y="8872349"/>
            <a:ext cx="15013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R[31:0]</a:t>
            </a:r>
          </a:p>
        </p:txBody>
      </p:sp>
      <p:graphicFrame>
        <p:nvGraphicFramePr>
          <p:cNvPr id="237" name="Table 1"/>
          <p:cNvGraphicFramePr/>
          <p:nvPr/>
        </p:nvGraphicFramePr>
        <p:xfrm>
          <a:off x="9368454" y="956592"/>
          <a:ext cx="3255196" cy="2925510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16275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7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585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400" b="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F[2:0]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400" b="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R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{0,0,0}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+ B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{0,0,1}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+ 1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{0,1,0}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- B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{0,1,1}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- 1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{1,0,X}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* B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6" name="w1"/>
          <p:cNvSpPr txBox="1"/>
          <p:nvPr/>
        </p:nvSpPr>
        <p:spPr>
          <a:xfrm>
            <a:off x="1881732" y="5092421"/>
            <a:ext cx="388665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w1</a:t>
            </a:r>
          </a:p>
        </p:txBody>
      </p:sp>
      <p:sp>
        <p:nvSpPr>
          <p:cNvPr id="257" name="w2"/>
          <p:cNvSpPr txBox="1"/>
          <p:nvPr/>
        </p:nvSpPr>
        <p:spPr>
          <a:xfrm>
            <a:off x="4067095" y="5092421"/>
            <a:ext cx="388666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w2</a:t>
            </a:r>
          </a:p>
        </p:txBody>
      </p:sp>
      <p:sp>
        <p:nvSpPr>
          <p:cNvPr id="258" name="w3"/>
          <p:cNvSpPr txBox="1"/>
          <p:nvPr/>
        </p:nvSpPr>
        <p:spPr>
          <a:xfrm>
            <a:off x="2359247" y="6589417"/>
            <a:ext cx="388666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w3</a:t>
            </a:r>
          </a:p>
        </p:txBody>
      </p:sp>
      <p:sp>
        <p:nvSpPr>
          <p:cNvPr id="259" name="w4"/>
          <p:cNvSpPr txBox="1"/>
          <p:nvPr/>
        </p:nvSpPr>
        <p:spPr>
          <a:xfrm>
            <a:off x="3906747" y="6551317"/>
            <a:ext cx="388666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w4</a:t>
            </a:r>
          </a:p>
        </p:txBody>
      </p:sp>
      <p:sp>
        <p:nvSpPr>
          <p:cNvPr id="260" name="w5"/>
          <p:cNvSpPr txBox="1"/>
          <p:nvPr/>
        </p:nvSpPr>
        <p:spPr>
          <a:xfrm>
            <a:off x="4925811" y="6631074"/>
            <a:ext cx="388665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w5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EBB42-66F3-D47A-8553-F2AD24845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An ALU">
            <a:extLst>
              <a:ext uri="{FF2B5EF4-FFF2-40B4-BE49-F238E27FC236}">
                <a16:creationId xmlns:a16="http://schemas.microsoft.com/office/drawing/2014/main" id="{173989D3-F073-E122-C8ED-061AC26E3A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An ALU</a:t>
            </a:r>
          </a:p>
        </p:txBody>
      </p:sp>
      <p:sp>
        <p:nvSpPr>
          <p:cNvPr id="189" name="Slide Number">
            <a:extLst>
              <a:ext uri="{FF2B5EF4-FFF2-40B4-BE49-F238E27FC236}">
                <a16:creationId xmlns:a16="http://schemas.microsoft.com/office/drawing/2014/main" id="{58CB1D7A-ACDF-C66E-A09A-3EB132A2243B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27</a:t>
            </a:fld>
            <a:endParaRPr/>
          </a:p>
        </p:txBody>
      </p:sp>
      <p:sp>
        <p:nvSpPr>
          <p:cNvPr id="190" name="Rectangle">
            <a:extLst>
              <a:ext uri="{FF2B5EF4-FFF2-40B4-BE49-F238E27FC236}">
                <a16:creationId xmlns:a16="http://schemas.microsoft.com/office/drawing/2014/main" id="{AD30BDD5-8E3E-AA55-2A77-D496B685EB35}"/>
              </a:ext>
            </a:extLst>
          </p:cNvPr>
          <p:cNvSpPr/>
          <p:nvPr/>
        </p:nvSpPr>
        <p:spPr>
          <a:xfrm>
            <a:off x="568076" y="2838451"/>
            <a:ext cx="6828782" cy="5345670"/>
          </a:xfrm>
          <a:prstGeom prst="rect">
            <a:avLst/>
          </a:prstGeom>
          <a:solidFill>
            <a:srgbClr val="E9E6B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" name="Line">
            <a:extLst>
              <a:ext uri="{FF2B5EF4-FFF2-40B4-BE49-F238E27FC236}">
                <a16:creationId xmlns:a16="http://schemas.microsoft.com/office/drawing/2014/main" id="{0110C746-4819-1001-F6FD-1BA4C2202993}"/>
              </a:ext>
            </a:extLst>
          </p:cNvPr>
          <p:cNvSpPr/>
          <p:nvPr/>
        </p:nvSpPr>
        <p:spPr>
          <a:xfrm flipV="1">
            <a:off x="2582272" y="2427889"/>
            <a:ext cx="1" cy="910022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" name="Line">
            <a:extLst>
              <a:ext uri="{FF2B5EF4-FFF2-40B4-BE49-F238E27FC236}">
                <a16:creationId xmlns:a16="http://schemas.microsoft.com/office/drawing/2014/main" id="{F79B3809-37A6-DC7A-1FB9-027080CF9FC2}"/>
              </a:ext>
            </a:extLst>
          </p:cNvPr>
          <p:cNvSpPr/>
          <p:nvPr/>
        </p:nvSpPr>
        <p:spPr>
          <a:xfrm>
            <a:off x="1212987" y="3350610"/>
            <a:ext cx="4311133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" name="Line">
            <a:extLst>
              <a:ext uri="{FF2B5EF4-FFF2-40B4-BE49-F238E27FC236}">
                <a16:creationId xmlns:a16="http://schemas.microsoft.com/office/drawing/2014/main" id="{909E1ACB-B142-499B-EEBA-B818622828EC}"/>
              </a:ext>
            </a:extLst>
          </p:cNvPr>
          <p:cNvSpPr/>
          <p:nvPr/>
        </p:nvSpPr>
        <p:spPr>
          <a:xfrm flipH="1">
            <a:off x="1212987" y="3350610"/>
            <a:ext cx="1" cy="2330669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" name="Line">
            <a:extLst>
              <a:ext uri="{FF2B5EF4-FFF2-40B4-BE49-F238E27FC236}">
                <a16:creationId xmlns:a16="http://schemas.microsoft.com/office/drawing/2014/main" id="{6BD762A4-D4F9-5994-9CC0-F9A1B07F057E}"/>
              </a:ext>
            </a:extLst>
          </p:cNvPr>
          <p:cNvSpPr/>
          <p:nvPr/>
        </p:nvSpPr>
        <p:spPr>
          <a:xfrm flipH="1">
            <a:off x="3283087" y="3350610"/>
            <a:ext cx="1" cy="2330669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" name="Line">
            <a:extLst>
              <a:ext uri="{FF2B5EF4-FFF2-40B4-BE49-F238E27FC236}">
                <a16:creationId xmlns:a16="http://schemas.microsoft.com/office/drawing/2014/main" id="{060DA9D6-6F1D-6FEF-7979-86089172FEBF}"/>
              </a:ext>
            </a:extLst>
          </p:cNvPr>
          <p:cNvSpPr/>
          <p:nvPr/>
        </p:nvSpPr>
        <p:spPr>
          <a:xfrm flipH="1">
            <a:off x="5518287" y="3350610"/>
            <a:ext cx="1" cy="2330669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" name="Line">
            <a:extLst>
              <a:ext uri="{FF2B5EF4-FFF2-40B4-BE49-F238E27FC236}">
                <a16:creationId xmlns:a16="http://schemas.microsoft.com/office/drawing/2014/main" id="{1C0FB5EF-E70B-8BBC-F4DF-201907DC4F9A}"/>
              </a:ext>
            </a:extLst>
          </p:cNvPr>
          <p:cNvSpPr/>
          <p:nvPr/>
        </p:nvSpPr>
        <p:spPr>
          <a:xfrm>
            <a:off x="1699479" y="3587838"/>
            <a:ext cx="4311133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" name="Line">
            <a:extLst>
              <a:ext uri="{FF2B5EF4-FFF2-40B4-BE49-F238E27FC236}">
                <a16:creationId xmlns:a16="http://schemas.microsoft.com/office/drawing/2014/main" id="{50CC876F-8F56-348F-0482-279A0F9F379D}"/>
              </a:ext>
            </a:extLst>
          </p:cNvPr>
          <p:cNvSpPr/>
          <p:nvPr/>
        </p:nvSpPr>
        <p:spPr>
          <a:xfrm>
            <a:off x="1699479" y="3587838"/>
            <a:ext cx="1" cy="745914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" name="Line">
            <a:extLst>
              <a:ext uri="{FF2B5EF4-FFF2-40B4-BE49-F238E27FC236}">
                <a16:creationId xmlns:a16="http://schemas.microsoft.com/office/drawing/2014/main" id="{DD133EF6-3E6D-8C97-6F7C-639CD3E7F29D}"/>
              </a:ext>
            </a:extLst>
          </p:cNvPr>
          <p:cNvSpPr/>
          <p:nvPr/>
        </p:nvSpPr>
        <p:spPr>
          <a:xfrm>
            <a:off x="3855045" y="3587838"/>
            <a:ext cx="1" cy="745914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" name="Line">
            <a:extLst>
              <a:ext uri="{FF2B5EF4-FFF2-40B4-BE49-F238E27FC236}">
                <a16:creationId xmlns:a16="http://schemas.microsoft.com/office/drawing/2014/main" id="{5F6DBD89-C519-9B8C-DF37-D68B0B77B397}"/>
              </a:ext>
            </a:extLst>
          </p:cNvPr>
          <p:cNvSpPr/>
          <p:nvPr/>
        </p:nvSpPr>
        <p:spPr>
          <a:xfrm flipH="1">
            <a:off x="6010611" y="3562438"/>
            <a:ext cx="1" cy="2115774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" name="32'd1">
            <a:extLst>
              <a:ext uri="{FF2B5EF4-FFF2-40B4-BE49-F238E27FC236}">
                <a16:creationId xmlns:a16="http://schemas.microsoft.com/office/drawing/2014/main" id="{B17AF80E-D152-CACB-C986-39E2256F824D}"/>
              </a:ext>
            </a:extLst>
          </p:cNvPr>
          <p:cNvSpPr txBox="1"/>
          <p:nvPr/>
        </p:nvSpPr>
        <p:spPr>
          <a:xfrm>
            <a:off x="1847931" y="3619588"/>
            <a:ext cx="800213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32'd1</a:t>
            </a:r>
          </a:p>
        </p:txBody>
      </p:sp>
      <p:sp>
        <p:nvSpPr>
          <p:cNvPr id="201" name="Line">
            <a:extLst>
              <a:ext uri="{FF2B5EF4-FFF2-40B4-BE49-F238E27FC236}">
                <a16:creationId xmlns:a16="http://schemas.microsoft.com/office/drawing/2014/main" id="{A83C8076-BE85-5067-2852-C436B58DF89D}"/>
              </a:ext>
            </a:extLst>
          </p:cNvPr>
          <p:cNvSpPr/>
          <p:nvPr/>
        </p:nvSpPr>
        <p:spPr>
          <a:xfrm>
            <a:off x="2185971" y="3996121"/>
            <a:ext cx="1" cy="337632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" name="32'd1">
            <a:extLst>
              <a:ext uri="{FF2B5EF4-FFF2-40B4-BE49-F238E27FC236}">
                <a16:creationId xmlns:a16="http://schemas.microsoft.com/office/drawing/2014/main" id="{E35BE3D4-77E6-C097-51CA-0F822EC497C7}"/>
              </a:ext>
            </a:extLst>
          </p:cNvPr>
          <p:cNvSpPr txBox="1"/>
          <p:nvPr/>
        </p:nvSpPr>
        <p:spPr>
          <a:xfrm>
            <a:off x="3862422" y="3619588"/>
            <a:ext cx="800213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32'd1</a:t>
            </a:r>
          </a:p>
        </p:txBody>
      </p:sp>
      <p:sp>
        <p:nvSpPr>
          <p:cNvPr id="203" name="Line">
            <a:extLst>
              <a:ext uri="{FF2B5EF4-FFF2-40B4-BE49-F238E27FC236}">
                <a16:creationId xmlns:a16="http://schemas.microsoft.com/office/drawing/2014/main" id="{41EAB5B3-8245-7270-5BAA-0C433680E958}"/>
              </a:ext>
            </a:extLst>
          </p:cNvPr>
          <p:cNvSpPr/>
          <p:nvPr/>
        </p:nvSpPr>
        <p:spPr>
          <a:xfrm>
            <a:off x="4200461" y="3996121"/>
            <a:ext cx="1" cy="337632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206" name="Group">
            <a:extLst>
              <a:ext uri="{FF2B5EF4-FFF2-40B4-BE49-F238E27FC236}">
                <a16:creationId xmlns:a16="http://schemas.microsoft.com/office/drawing/2014/main" id="{521DB6DD-AD61-2B9C-1ED1-A15A7020638B}"/>
              </a:ext>
            </a:extLst>
          </p:cNvPr>
          <p:cNvGrpSpPr/>
          <p:nvPr/>
        </p:nvGrpSpPr>
        <p:grpSpPr>
          <a:xfrm>
            <a:off x="1386080" y="4253558"/>
            <a:ext cx="1120232" cy="643707"/>
            <a:chOff x="0" y="-12700"/>
            <a:chExt cx="1120230" cy="643706"/>
          </a:xfrm>
        </p:grpSpPr>
        <p:sp>
          <p:nvSpPr>
            <p:cNvPr id="204" name="Shape">
              <a:extLst>
                <a:ext uri="{FF2B5EF4-FFF2-40B4-BE49-F238E27FC236}">
                  <a16:creationId xmlns:a16="http://schemas.microsoft.com/office/drawing/2014/main" id="{B6347644-73C2-FCA9-168B-5BFC322B42DA}"/>
                </a:ext>
              </a:extLst>
            </p:cNvPr>
            <p:cNvSpPr/>
            <p:nvPr/>
          </p:nvSpPr>
          <p:spPr>
            <a:xfrm rot="5400000">
              <a:off x="278358" y="-210866"/>
              <a:ext cx="563514" cy="11202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17302"/>
                  </a:lnTo>
                  <a:lnTo>
                    <a:pt x="21600" y="5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1300" b="1"/>
              </a:pPr>
              <a:endParaRPr/>
            </a:p>
          </p:txBody>
        </p:sp>
        <p:sp>
          <p:nvSpPr>
            <p:cNvPr id="205" name="0    1">
              <a:extLst>
                <a:ext uri="{FF2B5EF4-FFF2-40B4-BE49-F238E27FC236}">
                  <a16:creationId xmlns:a16="http://schemas.microsoft.com/office/drawing/2014/main" id="{A2751728-319A-2092-4D7E-E1F25AD4A258}"/>
                </a:ext>
              </a:extLst>
            </p:cNvPr>
            <p:cNvSpPr txBox="1"/>
            <p:nvPr/>
          </p:nvSpPr>
          <p:spPr>
            <a:xfrm>
              <a:off x="165160" y="-12701"/>
              <a:ext cx="792064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0    1</a:t>
              </a:r>
            </a:p>
          </p:txBody>
        </p:sp>
      </p:grpSp>
      <p:sp>
        <p:nvSpPr>
          <p:cNvPr id="207" name="Line">
            <a:extLst>
              <a:ext uri="{FF2B5EF4-FFF2-40B4-BE49-F238E27FC236}">
                <a16:creationId xmlns:a16="http://schemas.microsoft.com/office/drawing/2014/main" id="{144952F5-B53B-5F19-6573-A9F3F244FB78}"/>
              </a:ext>
            </a:extLst>
          </p:cNvPr>
          <p:cNvSpPr/>
          <p:nvPr/>
        </p:nvSpPr>
        <p:spPr>
          <a:xfrm>
            <a:off x="1577156" y="6551317"/>
            <a:ext cx="1" cy="45720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" name="Line">
            <a:extLst>
              <a:ext uri="{FF2B5EF4-FFF2-40B4-BE49-F238E27FC236}">
                <a16:creationId xmlns:a16="http://schemas.microsoft.com/office/drawing/2014/main" id="{A8CD6462-78BC-BA4C-AA5B-678AE04C75DF}"/>
              </a:ext>
            </a:extLst>
          </p:cNvPr>
          <p:cNvSpPr/>
          <p:nvPr/>
        </p:nvSpPr>
        <p:spPr>
          <a:xfrm flipH="1">
            <a:off x="1577156" y="7008517"/>
            <a:ext cx="1691843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" name="Line">
            <a:extLst>
              <a:ext uri="{FF2B5EF4-FFF2-40B4-BE49-F238E27FC236}">
                <a16:creationId xmlns:a16="http://schemas.microsoft.com/office/drawing/2014/main" id="{9ECB7706-3493-47BC-2D2C-BF50DFD2E987}"/>
              </a:ext>
            </a:extLst>
          </p:cNvPr>
          <p:cNvSpPr/>
          <p:nvPr/>
        </p:nvSpPr>
        <p:spPr>
          <a:xfrm>
            <a:off x="3268998" y="7008517"/>
            <a:ext cx="1" cy="33763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" name="Line">
            <a:extLst>
              <a:ext uri="{FF2B5EF4-FFF2-40B4-BE49-F238E27FC236}">
                <a16:creationId xmlns:a16="http://schemas.microsoft.com/office/drawing/2014/main" id="{449D5802-82BE-2C66-5AC2-A7A00065B080}"/>
              </a:ext>
            </a:extLst>
          </p:cNvPr>
          <p:cNvSpPr/>
          <p:nvPr/>
        </p:nvSpPr>
        <p:spPr>
          <a:xfrm>
            <a:off x="5740400" y="6551317"/>
            <a:ext cx="0" cy="45720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" name="Line">
            <a:extLst>
              <a:ext uri="{FF2B5EF4-FFF2-40B4-BE49-F238E27FC236}">
                <a16:creationId xmlns:a16="http://schemas.microsoft.com/office/drawing/2014/main" id="{5D9E522D-4CBA-63EA-69F9-AE63EF488178}"/>
              </a:ext>
            </a:extLst>
          </p:cNvPr>
          <p:cNvSpPr/>
          <p:nvPr/>
        </p:nvSpPr>
        <p:spPr>
          <a:xfrm flipH="1">
            <a:off x="4472756" y="7008517"/>
            <a:ext cx="1274552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" name="Line">
            <a:extLst>
              <a:ext uri="{FF2B5EF4-FFF2-40B4-BE49-F238E27FC236}">
                <a16:creationId xmlns:a16="http://schemas.microsoft.com/office/drawing/2014/main" id="{7329985F-9AF2-D60C-CA1C-4025A22817BD}"/>
              </a:ext>
            </a:extLst>
          </p:cNvPr>
          <p:cNvSpPr/>
          <p:nvPr/>
        </p:nvSpPr>
        <p:spPr>
          <a:xfrm>
            <a:off x="4475498" y="7008517"/>
            <a:ext cx="1" cy="33763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" name="Line">
            <a:extLst>
              <a:ext uri="{FF2B5EF4-FFF2-40B4-BE49-F238E27FC236}">
                <a16:creationId xmlns:a16="http://schemas.microsoft.com/office/drawing/2014/main" id="{B5ED6818-6378-BA84-A2FD-6208AFB25C00}"/>
              </a:ext>
            </a:extLst>
          </p:cNvPr>
          <p:cNvSpPr/>
          <p:nvPr/>
        </p:nvSpPr>
        <p:spPr>
          <a:xfrm>
            <a:off x="3855045" y="6551317"/>
            <a:ext cx="1" cy="806426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" name="Line">
            <a:extLst>
              <a:ext uri="{FF2B5EF4-FFF2-40B4-BE49-F238E27FC236}">
                <a16:creationId xmlns:a16="http://schemas.microsoft.com/office/drawing/2014/main" id="{B3164351-74C6-B6DA-9886-B1DB9100E618}"/>
              </a:ext>
            </a:extLst>
          </p:cNvPr>
          <p:cNvSpPr/>
          <p:nvPr/>
        </p:nvSpPr>
        <p:spPr>
          <a:xfrm>
            <a:off x="4041766" y="4909964"/>
            <a:ext cx="1" cy="806426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" name="Line">
            <a:extLst>
              <a:ext uri="{FF2B5EF4-FFF2-40B4-BE49-F238E27FC236}">
                <a16:creationId xmlns:a16="http://schemas.microsoft.com/office/drawing/2014/main" id="{900561C9-DD2E-E52E-9143-C5B85A143561}"/>
              </a:ext>
            </a:extLst>
          </p:cNvPr>
          <p:cNvSpPr/>
          <p:nvPr/>
        </p:nvSpPr>
        <p:spPr>
          <a:xfrm>
            <a:off x="1884919" y="4894965"/>
            <a:ext cx="1" cy="806426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" name="Line">
            <a:extLst>
              <a:ext uri="{FF2B5EF4-FFF2-40B4-BE49-F238E27FC236}">
                <a16:creationId xmlns:a16="http://schemas.microsoft.com/office/drawing/2014/main" id="{8A33BE28-B197-E4D4-3108-20088391F9F7}"/>
              </a:ext>
            </a:extLst>
          </p:cNvPr>
          <p:cNvSpPr/>
          <p:nvPr/>
        </p:nvSpPr>
        <p:spPr>
          <a:xfrm flipV="1">
            <a:off x="4919072" y="2440589"/>
            <a:ext cx="1" cy="1134023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" name="Line">
            <a:extLst>
              <a:ext uri="{FF2B5EF4-FFF2-40B4-BE49-F238E27FC236}">
                <a16:creationId xmlns:a16="http://schemas.microsoft.com/office/drawing/2014/main" id="{750A03AA-B579-0B0D-2A77-31B855039CC6}"/>
              </a:ext>
            </a:extLst>
          </p:cNvPr>
          <p:cNvSpPr/>
          <p:nvPr/>
        </p:nvSpPr>
        <p:spPr>
          <a:xfrm flipH="1" flipV="1">
            <a:off x="2353013" y="4645724"/>
            <a:ext cx="4457195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" name="Line">
            <a:extLst>
              <a:ext uri="{FF2B5EF4-FFF2-40B4-BE49-F238E27FC236}">
                <a16:creationId xmlns:a16="http://schemas.microsoft.com/office/drawing/2014/main" id="{CE7BF322-9C44-9F1B-3393-7E90E8A41E43}"/>
              </a:ext>
            </a:extLst>
          </p:cNvPr>
          <p:cNvSpPr/>
          <p:nvPr/>
        </p:nvSpPr>
        <p:spPr>
          <a:xfrm flipV="1">
            <a:off x="6813395" y="4645725"/>
            <a:ext cx="1" cy="2955729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" name="Line">
            <a:extLst>
              <a:ext uri="{FF2B5EF4-FFF2-40B4-BE49-F238E27FC236}">
                <a16:creationId xmlns:a16="http://schemas.microsoft.com/office/drawing/2014/main" id="{30C3423C-5FCB-2A33-DF25-1693A44DA45E}"/>
              </a:ext>
            </a:extLst>
          </p:cNvPr>
          <p:cNvSpPr/>
          <p:nvPr/>
        </p:nvSpPr>
        <p:spPr>
          <a:xfrm flipH="1">
            <a:off x="4584798" y="7593569"/>
            <a:ext cx="223085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222" name="Group">
            <a:extLst>
              <a:ext uri="{FF2B5EF4-FFF2-40B4-BE49-F238E27FC236}">
                <a16:creationId xmlns:a16="http://schemas.microsoft.com/office/drawing/2014/main" id="{9C7B38C9-2071-CE13-1F08-A47C99D13F9D}"/>
              </a:ext>
            </a:extLst>
          </p:cNvPr>
          <p:cNvGrpSpPr/>
          <p:nvPr/>
        </p:nvGrpSpPr>
        <p:grpSpPr>
          <a:xfrm>
            <a:off x="3506980" y="4259908"/>
            <a:ext cx="1120232" cy="637357"/>
            <a:chOff x="0" y="-12700"/>
            <a:chExt cx="1120230" cy="637356"/>
          </a:xfrm>
        </p:grpSpPr>
        <p:sp>
          <p:nvSpPr>
            <p:cNvPr id="220" name="Shape">
              <a:extLst>
                <a:ext uri="{FF2B5EF4-FFF2-40B4-BE49-F238E27FC236}">
                  <a16:creationId xmlns:a16="http://schemas.microsoft.com/office/drawing/2014/main" id="{9ADB90CA-62AE-7FE9-DF7B-C4FBB1C78DE7}"/>
                </a:ext>
              </a:extLst>
            </p:cNvPr>
            <p:cNvSpPr/>
            <p:nvPr/>
          </p:nvSpPr>
          <p:spPr>
            <a:xfrm rot="5400000">
              <a:off x="278358" y="-217216"/>
              <a:ext cx="563514" cy="11202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17302"/>
                  </a:lnTo>
                  <a:lnTo>
                    <a:pt x="21600" y="5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1300" b="1"/>
              </a:pPr>
              <a:endParaRPr/>
            </a:p>
          </p:txBody>
        </p:sp>
        <p:sp>
          <p:nvSpPr>
            <p:cNvPr id="221" name="0   1">
              <a:extLst>
                <a:ext uri="{FF2B5EF4-FFF2-40B4-BE49-F238E27FC236}">
                  <a16:creationId xmlns:a16="http://schemas.microsoft.com/office/drawing/2014/main" id="{98E2289E-DBFD-C205-9451-A02DAB47DAA8}"/>
                </a:ext>
              </a:extLst>
            </p:cNvPr>
            <p:cNvSpPr txBox="1"/>
            <p:nvPr/>
          </p:nvSpPr>
          <p:spPr>
            <a:xfrm>
              <a:off x="181095" y="-12701"/>
              <a:ext cx="707381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0   1</a:t>
              </a:r>
            </a:p>
          </p:txBody>
        </p:sp>
      </p:grpSp>
      <p:sp>
        <p:nvSpPr>
          <p:cNvPr id="223" name="Line">
            <a:extLst>
              <a:ext uri="{FF2B5EF4-FFF2-40B4-BE49-F238E27FC236}">
                <a16:creationId xmlns:a16="http://schemas.microsoft.com/office/drawing/2014/main" id="{36706270-CD7A-1A1A-F317-5FBC24127A80}"/>
              </a:ext>
            </a:extLst>
          </p:cNvPr>
          <p:cNvSpPr/>
          <p:nvPr/>
        </p:nvSpPr>
        <p:spPr>
          <a:xfrm flipH="1">
            <a:off x="6800695" y="5921789"/>
            <a:ext cx="112023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" name="A[31:0]">
            <a:extLst>
              <a:ext uri="{FF2B5EF4-FFF2-40B4-BE49-F238E27FC236}">
                <a16:creationId xmlns:a16="http://schemas.microsoft.com/office/drawing/2014/main" id="{67B31D08-0B3F-3CBB-91D6-26AE7E6C5432}"/>
              </a:ext>
            </a:extLst>
          </p:cNvPr>
          <p:cNvSpPr txBox="1"/>
          <p:nvPr/>
        </p:nvSpPr>
        <p:spPr>
          <a:xfrm>
            <a:off x="1134236" y="2127895"/>
            <a:ext cx="15013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A[31:0]</a:t>
            </a:r>
          </a:p>
        </p:txBody>
      </p:sp>
      <p:sp>
        <p:nvSpPr>
          <p:cNvPr id="225" name="B[31:0]">
            <a:extLst>
              <a:ext uri="{FF2B5EF4-FFF2-40B4-BE49-F238E27FC236}">
                <a16:creationId xmlns:a16="http://schemas.microsoft.com/office/drawing/2014/main" id="{6331E421-0C63-322E-CF1D-7979F6ABC2DD}"/>
              </a:ext>
            </a:extLst>
          </p:cNvPr>
          <p:cNvSpPr txBox="1"/>
          <p:nvPr/>
        </p:nvSpPr>
        <p:spPr>
          <a:xfrm>
            <a:off x="3449778" y="2171700"/>
            <a:ext cx="150136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B[31:0]</a:t>
            </a:r>
          </a:p>
        </p:txBody>
      </p:sp>
      <p:sp>
        <p:nvSpPr>
          <p:cNvPr id="226" name="F[2:0]">
            <a:extLst>
              <a:ext uri="{FF2B5EF4-FFF2-40B4-BE49-F238E27FC236}">
                <a16:creationId xmlns:a16="http://schemas.microsoft.com/office/drawing/2014/main" id="{23E7CFDA-3384-0219-75FB-74C0CC34B9F3}"/>
              </a:ext>
            </a:extLst>
          </p:cNvPr>
          <p:cNvSpPr txBox="1"/>
          <p:nvPr/>
        </p:nvSpPr>
        <p:spPr>
          <a:xfrm>
            <a:off x="7381799" y="5343939"/>
            <a:ext cx="1303214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F[2:0]</a:t>
            </a:r>
          </a:p>
        </p:txBody>
      </p:sp>
      <p:sp>
        <p:nvSpPr>
          <p:cNvPr id="227" name="F[2:1]">
            <a:extLst>
              <a:ext uri="{FF2B5EF4-FFF2-40B4-BE49-F238E27FC236}">
                <a16:creationId xmlns:a16="http://schemas.microsoft.com/office/drawing/2014/main" id="{9EB98AEA-D50D-BD40-FAA9-A886513D1BBB}"/>
              </a:ext>
            </a:extLst>
          </p:cNvPr>
          <p:cNvSpPr txBox="1"/>
          <p:nvPr/>
        </p:nvSpPr>
        <p:spPr>
          <a:xfrm>
            <a:off x="5359004" y="7618969"/>
            <a:ext cx="130321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F[2:1]</a:t>
            </a:r>
          </a:p>
        </p:txBody>
      </p:sp>
      <p:sp>
        <p:nvSpPr>
          <p:cNvPr id="228" name="F[0]">
            <a:extLst>
              <a:ext uri="{FF2B5EF4-FFF2-40B4-BE49-F238E27FC236}">
                <a16:creationId xmlns:a16="http://schemas.microsoft.com/office/drawing/2014/main" id="{115EDCE4-FAEF-1DBB-95A0-89FD33FA569F}"/>
              </a:ext>
            </a:extLst>
          </p:cNvPr>
          <p:cNvSpPr txBox="1"/>
          <p:nvPr/>
        </p:nvSpPr>
        <p:spPr>
          <a:xfrm>
            <a:off x="6172251" y="4125024"/>
            <a:ext cx="90691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F[0]</a:t>
            </a:r>
          </a:p>
        </p:txBody>
      </p:sp>
      <p:sp>
        <p:nvSpPr>
          <p:cNvPr id="229" name="-">
            <a:extLst>
              <a:ext uri="{FF2B5EF4-FFF2-40B4-BE49-F238E27FC236}">
                <a16:creationId xmlns:a16="http://schemas.microsoft.com/office/drawing/2014/main" id="{3198134E-72A2-2587-1EF9-486FE05E5570}"/>
              </a:ext>
            </a:extLst>
          </p:cNvPr>
          <p:cNvSpPr/>
          <p:nvPr/>
        </p:nvSpPr>
        <p:spPr>
          <a:xfrm>
            <a:off x="2999264" y="5681278"/>
            <a:ext cx="1326098" cy="88462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-</a:t>
            </a:r>
          </a:p>
        </p:txBody>
      </p:sp>
      <p:sp>
        <p:nvSpPr>
          <p:cNvPr id="230" name="+">
            <a:extLst>
              <a:ext uri="{FF2B5EF4-FFF2-40B4-BE49-F238E27FC236}">
                <a16:creationId xmlns:a16="http://schemas.microsoft.com/office/drawing/2014/main" id="{E9C94C55-D609-4F11-CBAE-AEDAA66A1572}"/>
              </a:ext>
            </a:extLst>
          </p:cNvPr>
          <p:cNvSpPr/>
          <p:nvPr/>
        </p:nvSpPr>
        <p:spPr>
          <a:xfrm>
            <a:off x="914107" y="5681278"/>
            <a:ext cx="1326099" cy="88462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+</a:t>
            </a:r>
          </a:p>
        </p:txBody>
      </p:sp>
      <p:sp>
        <p:nvSpPr>
          <p:cNvPr id="231" name="*">
            <a:extLst>
              <a:ext uri="{FF2B5EF4-FFF2-40B4-BE49-F238E27FC236}">
                <a16:creationId xmlns:a16="http://schemas.microsoft.com/office/drawing/2014/main" id="{E17569E2-FF25-BF2E-023F-35A7177CF843}"/>
              </a:ext>
            </a:extLst>
          </p:cNvPr>
          <p:cNvSpPr/>
          <p:nvPr/>
        </p:nvSpPr>
        <p:spPr>
          <a:xfrm>
            <a:off x="5270083" y="5681278"/>
            <a:ext cx="940634" cy="88462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*</a:t>
            </a:r>
          </a:p>
        </p:txBody>
      </p:sp>
      <p:sp>
        <p:nvSpPr>
          <p:cNvPr id="232" name="Line">
            <a:extLst>
              <a:ext uri="{FF2B5EF4-FFF2-40B4-BE49-F238E27FC236}">
                <a16:creationId xmlns:a16="http://schemas.microsoft.com/office/drawing/2014/main" id="{71513AF6-3A19-AF30-F246-F7DEAC864F0F}"/>
              </a:ext>
            </a:extLst>
          </p:cNvPr>
          <p:cNvSpPr/>
          <p:nvPr/>
        </p:nvSpPr>
        <p:spPr>
          <a:xfrm flipV="1">
            <a:off x="3852388" y="7913426"/>
            <a:ext cx="1" cy="1134023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235" name="Group">
            <a:extLst>
              <a:ext uri="{FF2B5EF4-FFF2-40B4-BE49-F238E27FC236}">
                <a16:creationId xmlns:a16="http://schemas.microsoft.com/office/drawing/2014/main" id="{DA7FB8F7-66BF-C232-A687-5CF19162C53C}"/>
              </a:ext>
            </a:extLst>
          </p:cNvPr>
          <p:cNvGrpSpPr/>
          <p:nvPr/>
        </p:nvGrpSpPr>
        <p:grpSpPr>
          <a:xfrm>
            <a:off x="2692347" y="7324513"/>
            <a:ext cx="2320083" cy="588914"/>
            <a:chOff x="0" y="-12700"/>
            <a:chExt cx="2320082" cy="588913"/>
          </a:xfrm>
        </p:grpSpPr>
        <p:sp>
          <p:nvSpPr>
            <p:cNvPr id="233" name="Shape">
              <a:extLst>
                <a:ext uri="{FF2B5EF4-FFF2-40B4-BE49-F238E27FC236}">
                  <a16:creationId xmlns:a16="http://schemas.microsoft.com/office/drawing/2014/main" id="{4A571024-C2F0-B448-65ED-33A50AD3A519}"/>
                </a:ext>
              </a:extLst>
            </p:cNvPr>
            <p:cNvSpPr/>
            <p:nvPr/>
          </p:nvSpPr>
          <p:spPr>
            <a:xfrm rot="5400000">
              <a:off x="878284" y="-865585"/>
              <a:ext cx="563514" cy="232008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17302"/>
                  </a:lnTo>
                  <a:lnTo>
                    <a:pt x="21600" y="5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1300" b="1"/>
              </a:pPr>
              <a:endParaRPr/>
            </a:p>
          </p:txBody>
        </p:sp>
        <p:sp>
          <p:nvSpPr>
            <p:cNvPr id="234" name="00    01    10">
              <a:extLst>
                <a:ext uri="{FF2B5EF4-FFF2-40B4-BE49-F238E27FC236}">
                  <a16:creationId xmlns:a16="http://schemas.microsoft.com/office/drawing/2014/main" id="{A02BD350-FBFD-1585-4863-7899558B4AC6}"/>
                </a:ext>
              </a:extLst>
            </p:cNvPr>
            <p:cNvSpPr txBox="1"/>
            <p:nvPr/>
          </p:nvSpPr>
          <p:spPr>
            <a:xfrm>
              <a:off x="258269" y="-12701"/>
              <a:ext cx="180885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00    01    10</a:t>
              </a:r>
            </a:p>
          </p:txBody>
        </p:sp>
      </p:grpSp>
      <p:sp>
        <p:nvSpPr>
          <p:cNvPr id="236" name="R[31:0]">
            <a:extLst>
              <a:ext uri="{FF2B5EF4-FFF2-40B4-BE49-F238E27FC236}">
                <a16:creationId xmlns:a16="http://schemas.microsoft.com/office/drawing/2014/main" id="{71B91856-F7A5-326D-5CDA-DB99A26C5CCF}"/>
              </a:ext>
            </a:extLst>
          </p:cNvPr>
          <p:cNvSpPr txBox="1"/>
          <p:nvPr/>
        </p:nvSpPr>
        <p:spPr>
          <a:xfrm>
            <a:off x="2416936" y="8872349"/>
            <a:ext cx="15013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R[31:0]</a:t>
            </a:r>
          </a:p>
        </p:txBody>
      </p:sp>
      <p:sp>
        <p:nvSpPr>
          <p:cNvPr id="238" name="module mul16 (a, b, out);…">
            <a:extLst>
              <a:ext uri="{FF2B5EF4-FFF2-40B4-BE49-F238E27FC236}">
                <a16:creationId xmlns:a16="http://schemas.microsoft.com/office/drawing/2014/main" id="{AC1EA186-5DA3-7672-8600-7C20125601DD}"/>
              </a:ext>
            </a:extLst>
          </p:cNvPr>
          <p:cNvSpPr/>
          <p:nvPr/>
        </p:nvSpPr>
        <p:spPr>
          <a:xfrm>
            <a:off x="7780863" y="8320175"/>
            <a:ext cx="1092316" cy="711942"/>
          </a:xfrm>
          <a:prstGeom prst="line">
            <a:avLst/>
          </a:prstGeom>
          <a:solidFill>
            <a:srgbClr val="E9E6BF"/>
          </a:solidFill>
          <a:ln w="12700" cap="flat">
            <a:noFill/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mul16 (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[15:0] a, b,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[31:0] out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out = a * b;</a:t>
            </a:r>
          </a:p>
          <a:p>
            <a:pPr algn="l">
              <a:defRPr sz="1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239" name="Line">
            <a:extLst>
              <a:ext uri="{FF2B5EF4-FFF2-40B4-BE49-F238E27FC236}">
                <a16:creationId xmlns:a16="http://schemas.microsoft.com/office/drawing/2014/main" id="{D16A70B9-4D9B-06C8-EFD5-47275A2A1180}"/>
              </a:ext>
            </a:extLst>
          </p:cNvPr>
          <p:cNvSpPr/>
          <p:nvPr/>
        </p:nvSpPr>
        <p:spPr>
          <a:xfrm flipH="1" flipV="1">
            <a:off x="5944873" y="6341637"/>
            <a:ext cx="1738628" cy="1360114"/>
          </a:xfrm>
          <a:prstGeom prst="line">
            <a:avLst/>
          </a:prstGeom>
          <a:noFill/>
          <a:ln w="88900" cap="flat">
            <a:solidFill>
              <a:schemeClr val="accent3"/>
            </a:solidFill>
            <a:prstDash val="solid"/>
            <a:miter lim="400000"/>
            <a:tailEnd type="arrow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/>
          </a:p>
        </p:txBody>
      </p:sp>
      <p:sp>
        <p:nvSpPr>
          <p:cNvPr id="241" name="module sub32 (a, b, out);…">
            <a:extLst>
              <a:ext uri="{FF2B5EF4-FFF2-40B4-BE49-F238E27FC236}">
                <a16:creationId xmlns:a16="http://schemas.microsoft.com/office/drawing/2014/main" id="{B2BA99B5-BA41-F623-69FD-CA997749119C}"/>
              </a:ext>
            </a:extLst>
          </p:cNvPr>
          <p:cNvSpPr/>
          <p:nvPr/>
        </p:nvSpPr>
        <p:spPr>
          <a:xfrm>
            <a:off x="4662634" y="9047449"/>
            <a:ext cx="1002627" cy="1111067"/>
          </a:xfrm>
          <a:prstGeom prst="line">
            <a:avLst/>
          </a:prstGeom>
          <a:solidFill>
            <a:srgbClr val="E9E6BF"/>
          </a:solidFill>
          <a:ln w="12700" cap="flat">
            <a:noFill/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sub32 (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[31:0] a, b,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[31:0] out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out = a - b;</a:t>
            </a:r>
          </a:p>
          <a:p>
            <a:pPr algn="l">
              <a:defRPr sz="1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242" name="Line">
            <a:extLst>
              <a:ext uri="{FF2B5EF4-FFF2-40B4-BE49-F238E27FC236}">
                <a16:creationId xmlns:a16="http://schemas.microsoft.com/office/drawing/2014/main" id="{976236BB-A653-48B6-265B-1316E232E7A2}"/>
              </a:ext>
            </a:extLst>
          </p:cNvPr>
          <p:cNvSpPr/>
          <p:nvPr/>
        </p:nvSpPr>
        <p:spPr>
          <a:xfrm flipH="1" flipV="1">
            <a:off x="3495898" y="6334880"/>
            <a:ext cx="1092316" cy="2032122"/>
          </a:xfrm>
          <a:prstGeom prst="line">
            <a:avLst/>
          </a:prstGeom>
          <a:noFill/>
          <a:ln w="88900" cap="flat">
            <a:solidFill>
              <a:schemeClr val="accent3"/>
            </a:solidFill>
            <a:prstDash val="solid"/>
            <a:miter lim="400000"/>
            <a:tailEnd type="arrow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/>
          </a:p>
        </p:txBody>
      </p:sp>
      <p:sp>
        <p:nvSpPr>
          <p:cNvPr id="244" name="module add32 (a, b, out);…">
            <a:extLst>
              <a:ext uri="{FF2B5EF4-FFF2-40B4-BE49-F238E27FC236}">
                <a16:creationId xmlns:a16="http://schemas.microsoft.com/office/drawing/2014/main" id="{9EE7DBF8-2973-5FF0-3AAC-DB48E15B83EA}"/>
              </a:ext>
            </a:extLst>
          </p:cNvPr>
          <p:cNvSpPr/>
          <p:nvPr/>
        </p:nvSpPr>
        <p:spPr>
          <a:xfrm>
            <a:off x="71760" y="8899887"/>
            <a:ext cx="1154062" cy="849159"/>
          </a:xfrm>
          <a:prstGeom prst="line">
            <a:avLst/>
          </a:prstGeom>
          <a:solidFill>
            <a:srgbClr val="E9E6BF"/>
          </a:solidFill>
          <a:ln w="12700" cap="flat">
            <a:noFill/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add32 (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[31:0] a, b,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[31:0] out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out = a + b;</a:t>
            </a:r>
          </a:p>
          <a:p>
            <a:pPr algn="l">
              <a:defRPr sz="1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245" name="Line">
            <a:extLst>
              <a:ext uri="{FF2B5EF4-FFF2-40B4-BE49-F238E27FC236}">
                <a16:creationId xmlns:a16="http://schemas.microsoft.com/office/drawing/2014/main" id="{FD178832-2536-F35F-FBC6-DF4D9BC3CE02}"/>
              </a:ext>
            </a:extLst>
          </p:cNvPr>
          <p:cNvSpPr/>
          <p:nvPr/>
        </p:nvSpPr>
        <p:spPr>
          <a:xfrm flipH="1" flipV="1">
            <a:off x="1790830" y="6414549"/>
            <a:ext cx="376273" cy="1177112"/>
          </a:xfrm>
          <a:prstGeom prst="line">
            <a:avLst/>
          </a:prstGeom>
          <a:noFill/>
          <a:ln w="88900" cap="flat">
            <a:solidFill>
              <a:schemeClr val="accent3"/>
            </a:solidFill>
            <a:prstDash val="solid"/>
            <a:miter lim="400000"/>
            <a:tailEnd type="arrow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/>
          </a:p>
        </p:txBody>
      </p:sp>
      <p:sp>
        <p:nvSpPr>
          <p:cNvPr id="247" name="module mux32three (a, b, c, sel, out);…">
            <a:extLst>
              <a:ext uri="{FF2B5EF4-FFF2-40B4-BE49-F238E27FC236}">
                <a16:creationId xmlns:a16="http://schemas.microsoft.com/office/drawing/2014/main" id="{E55A5689-FA84-3AB2-16DC-F0F2586A805B}"/>
              </a:ext>
            </a:extLst>
          </p:cNvPr>
          <p:cNvSpPr/>
          <p:nvPr/>
        </p:nvSpPr>
        <p:spPr>
          <a:xfrm>
            <a:off x="8818855" y="5701106"/>
            <a:ext cx="1270001" cy="1270002"/>
          </a:xfrm>
          <a:prstGeom prst="line">
            <a:avLst/>
          </a:prstGeom>
          <a:solidFill>
            <a:srgbClr val="E9E6BF"/>
          </a:solidFill>
          <a:ln w="12700" cap="flat">
            <a:noFill/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numCol="1" anchor="ctr">
            <a:spAutoFit/>
          </a:bodyPr>
          <a:lstStyle/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mux32three (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[31:0] a, b, c,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[1:0]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[31:0] out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case 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2'b00: out = a;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2'b01: out = b;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2'b10: out = c;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default: out = 'x;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1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248" name="Line">
            <a:extLst>
              <a:ext uri="{FF2B5EF4-FFF2-40B4-BE49-F238E27FC236}">
                <a16:creationId xmlns:a16="http://schemas.microsoft.com/office/drawing/2014/main" id="{D5516AC7-E48D-E13A-8B88-8A8DA7177909}"/>
              </a:ext>
            </a:extLst>
          </p:cNvPr>
          <p:cNvSpPr/>
          <p:nvPr/>
        </p:nvSpPr>
        <p:spPr>
          <a:xfrm flipH="1">
            <a:off x="4766149" y="6145672"/>
            <a:ext cx="4106953" cy="1273004"/>
          </a:xfrm>
          <a:prstGeom prst="line">
            <a:avLst/>
          </a:prstGeom>
          <a:noFill/>
          <a:ln w="88900" cap="flat">
            <a:solidFill>
              <a:schemeClr val="accent3"/>
            </a:solidFill>
            <a:prstDash val="solid"/>
            <a:miter lim="400000"/>
            <a:tailEnd type="arrow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/>
          </a:p>
        </p:txBody>
      </p:sp>
      <p:sp>
        <p:nvSpPr>
          <p:cNvPr id="250" name="module alu (A, B, F, R);…">
            <a:extLst>
              <a:ext uri="{FF2B5EF4-FFF2-40B4-BE49-F238E27FC236}">
                <a16:creationId xmlns:a16="http://schemas.microsoft.com/office/drawing/2014/main" id="{BD23AE34-B325-B546-5888-FF9505B97B17}"/>
              </a:ext>
            </a:extLst>
          </p:cNvPr>
          <p:cNvSpPr/>
          <p:nvPr/>
        </p:nvSpPr>
        <p:spPr>
          <a:xfrm>
            <a:off x="8818855" y="2334924"/>
            <a:ext cx="915774" cy="837888"/>
          </a:xfrm>
          <a:prstGeom prst="line">
            <a:avLst/>
          </a:prstGeom>
          <a:solidFill>
            <a:srgbClr val="E9E6BF"/>
          </a:solidFill>
          <a:ln w="12700" cap="flat">
            <a:noFill/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alu (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[31:0] A, B,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[2:0]  F,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[31:0] R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[31:0] w1, w2, w3, w4, w5;</a:t>
            </a:r>
          </a:p>
          <a:p>
            <a:pPr algn="l">
              <a:defRPr sz="1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mux32two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amux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(…);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mux32two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smux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(…);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add32      add  (…);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sub32      sub  (…);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mul16  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mul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(…);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mux32three res  (…);</a:t>
            </a:r>
          </a:p>
          <a:p>
            <a:pPr algn="l">
              <a:defRPr sz="1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lang="en-GB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251" name="Line">
            <a:extLst>
              <a:ext uri="{FF2B5EF4-FFF2-40B4-BE49-F238E27FC236}">
                <a16:creationId xmlns:a16="http://schemas.microsoft.com/office/drawing/2014/main" id="{3DC2D49D-D9D7-4605-745C-ECFA2ADE80CD}"/>
              </a:ext>
            </a:extLst>
          </p:cNvPr>
          <p:cNvSpPr/>
          <p:nvPr/>
        </p:nvSpPr>
        <p:spPr>
          <a:xfrm flipH="1">
            <a:off x="6964336" y="2608223"/>
            <a:ext cx="1669246" cy="698862"/>
          </a:xfrm>
          <a:prstGeom prst="line">
            <a:avLst/>
          </a:prstGeom>
          <a:noFill/>
          <a:ln w="88900" cap="flat">
            <a:solidFill>
              <a:schemeClr val="accent3"/>
            </a:solidFill>
            <a:prstDash val="solid"/>
            <a:miter lim="400000"/>
            <a:tailEnd type="arrow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/>
          </a:p>
        </p:txBody>
      </p:sp>
      <p:sp>
        <p:nvSpPr>
          <p:cNvPr id="253" name="module mux32two (a, b, sel, out);…">
            <a:extLst>
              <a:ext uri="{FF2B5EF4-FFF2-40B4-BE49-F238E27FC236}">
                <a16:creationId xmlns:a16="http://schemas.microsoft.com/office/drawing/2014/main" id="{86B490F1-E813-EAD6-9290-323585DD2511}"/>
              </a:ext>
            </a:extLst>
          </p:cNvPr>
          <p:cNvSpPr/>
          <p:nvPr/>
        </p:nvSpPr>
        <p:spPr>
          <a:xfrm>
            <a:off x="334620" y="1262017"/>
            <a:ext cx="1270001" cy="1270002"/>
          </a:xfrm>
          <a:prstGeom prst="line">
            <a:avLst/>
          </a:prstGeom>
          <a:solidFill>
            <a:srgbClr val="E9E6BF"/>
          </a:solidFill>
          <a:ln w="12700" cap="flat">
            <a:noFill/>
            <a:miter lim="400000"/>
          </a:ln>
          <a:effectLst>
            <a:outerShdw blurRad="635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numCol="1" anchor="ctr">
            <a:spAutoFit/>
          </a:bodyPr>
          <a:lstStyle/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mux32two (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[31:0] a, b,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     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[31:0] out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1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out =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? b : a;</a:t>
            </a:r>
          </a:p>
          <a:p>
            <a:pPr algn="l">
              <a:defRPr sz="1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254" name="Line">
            <a:extLst>
              <a:ext uri="{FF2B5EF4-FFF2-40B4-BE49-F238E27FC236}">
                <a16:creationId xmlns:a16="http://schemas.microsoft.com/office/drawing/2014/main" id="{675EEB4D-5D26-488C-5F64-D48BF2EAD029}"/>
              </a:ext>
            </a:extLst>
          </p:cNvPr>
          <p:cNvSpPr/>
          <p:nvPr/>
        </p:nvSpPr>
        <p:spPr>
          <a:xfrm>
            <a:off x="893756" y="1970205"/>
            <a:ext cx="622203" cy="2488071"/>
          </a:xfrm>
          <a:prstGeom prst="line">
            <a:avLst/>
          </a:prstGeom>
          <a:noFill/>
          <a:ln w="88900" cap="flat">
            <a:solidFill>
              <a:schemeClr val="accent3"/>
            </a:solidFill>
            <a:prstDash val="solid"/>
            <a:miter lim="400000"/>
            <a:tailEnd type="arrow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/>
          </a:p>
        </p:txBody>
      </p:sp>
      <p:sp>
        <p:nvSpPr>
          <p:cNvPr id="256" name="w1">
            <a:extLst>
              <a:ext uri="{FF2B5EF4-FFF2-40B4-BE49-F238E27FC236}">
                <a16:creationId xmlns:a16="http://schemas.microsoft.com/office/drawing/2014/main" id="{C1BF51CA-C7AD-F28A-BFDD-4175F9AD5271}"/>
              </a:ext>
            </a:extLst>
          </p:cNvPr>
          <p:cNvSpPr txBox="1"/>
          <p:nvPr/>
        </p:nvSpPr>
        <p:spPr>
          <a:xfrm>
            <a:off x="1881732" y="5092421"/>
            <a:ext cx="388665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w1</a:t>
            </a:r>
          </a:p>
        </p:txBody>
      </p:sp>
      <p:sp>
        <p:nvSpPr>
          <p:cNvPr id="257" name="w2">
            <a:extLst>
              <a:ext uri="{FF2B5EF4-FFF2-40B4-BE49-F238E27FC236}">
                <a16:creationId xmlns:a16="http://schemas.microsoft.com/office/drawing/2014/main" id="{7BC70037-4A3F-0507-E068-996E42E4CC7B}"/>
              </a:ext>
            </a:extLst>
          </p:cNvPr>
          <p:cNvSpPr txBox="1"/>
          <p:nvPr/>
        </p:nvSpPr>
        <p:spPr>
          <a:xfrm>
            <a:off x="4067095" y="5092421"/>
            <a:ext cx="388666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w2</a:t>
            </a:r>
          </a:p>
        </p:txBody>
      </p:sp>
      <p:sp>
        <p:nvSpPr>
          <p:cNvPr id="258" name="w3">
            <a:extLst>
              <a:ext uri="{FF2B5EF4-FFF2-40B4-BE49-F238E27FC236}">
                <a16:creationId xmlns:a16="http://schemas.microsoft.com/office/drawing/2014/main" id="{C97F8F68-8078-49ED-797A-189129E62FD5}"/>
              </a:ext>
            </a:extLst>
          </p:cNvPr>
          <p:cNvSpPr txBox="1"/>
          <p:nvPr/>
        </p:nvSpPr>
        <p:spPr>
          <a:xfrm>
            <a:off x="2359247" y="6589417"/>
            <a:ext cx="388666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w3</a:t>
            </a:r>
          </a:p>
        </p:txBody>
      </p:sp>
      <p:sp>
        <p:nvSpPr>
          <p:cNvPr id="259" name="w4">
            <a:extLst>
              <a:ext uri="{FF2B5EF4-FFF2-40B4-BE49-F238E27FC236}">
                <a16:creationId xmlns:a16="http://schemas.microsoft.com/office/drawing/2014/main" id="{5E33BBC5-FBD6-6084-5D83-6457050EF834}"/>
              </a:ext>
            </a:extLst>
          </p:cNvPr>
          <p:cNvSpPr txBox="1"/>
          <p:nvPr/>
        </p:nvSpPr>
        <p:spPr>
          <a:xfrm>
            <a:off x="3906747" y="6551317"/>
            <a:ext cx="388666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w4</a:t>
            </a:r>
          </a:p>
        </p:txBody>
      </p:sp>
      <p:sp>
        <p:nvSpPr>
          <p:cNvPr id="260" name="w5">
            <a:extLst>
              <a:ext uri="{FF2B5EF4-FFF2-40B4-BE49-F238E27FC236}">
                <a16:creationId xmlns:a16="http://schemas.microsoft.com/office/drawing/2014/main" id="{0039A2EC-16CB-B228-FBA9-F9AB39D13D88}"/>
              </a:ext>
            </a:extLst>
          </p:cNvPr>
          <p:cNvSpPr txBox="1"/>
          <p:nvPr/>
        </p:nvSpPr>
        <p:spPr>
          <a:xfrm>
            <a:off x="4925811" y="6631074"/>
            <a:ext cx="388665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w5</a:t>
            </a:r>
          </a:p>
        </p:txBody>
      </p:sp>
    </p:spTree>
    <p:extLst>
      <p:ext uri="{BB962C8B-B14F-4D97-AF65-F5344CB8AC3E}">
        <p14:creationId xmlns:p14="http://schemas.microsoft.com/office/powerpoint/2010/main" val="2054497937"/>
      </p:ext>
    </p:extLst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6DA6F-A869-4FC7-46B1-CB43F09BA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744B57-EE93-1B7F-57A8-60A3DC4B97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Prove that the following two computations are identical:</a:t>
            </a:r>
          </a:p>
          <a:p>
            <a:pPr marL="0" indent="0" algn="ctr">
              <a:buNone/>
            </a:pPr>
            <a:r>
              <a:rPr lang="en-GB" dirty="0"/>
              <a:t>A[7:0] – B[7:0] == A[7:0] + ~B[7:0] + 1’b1</a:t>
            </a:r>
          </a:p>
          <a:p>
            <a:pPr marL="0" indent="0" algn="ctr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ADVANCED - Prove the following:</a:t>
            </a:r>
          </a:p>
          <a:p>
            <a:pPr marL="0" indent="0" algn="ctr">
              <a:buNone/>
            </a:pPr>
            <a:r>
              <a:rPr lang="en-GB" dirty="0"/>
              <a:t>A[7:0] + B[7:0] == (A[7:0] &amp; B[7:0]) + (A[7:0] | B[7:0]) </a:t>
            </a:r>
          </a:p>
        </p:txBody>
      </p:sp>
    </p:spTree>
    <p:extLst>
      <p:ext uri="{BB962C8B-B14F-4D97-AF65-F5344CB8AC3E}">
        <p14:creationId xmlns:p14="http://schemas.microsoft.com/office/powerpoint/2010/main" val="1867331416"/>
      </p:ext>
    </p:extLst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Clocked circui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Clocked circuits</a:t>
            </a:r>
          </a:p>
        </p:txBody>
      </p:sp>
      <p:sp>
        <p:nvSpPr>
          <p:cNvPr id="26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29</a:t>
            </a:fld>
            <a:endParaRPr/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Sequential logi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Sequential logic</a:t>
            </a:r>
          </a:p>
        </p:txBody>
      </p:sp>
      <p:sp>
        <p:nvSpPr>
          <p:cNvPr id="26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30</a:t>
            </a:fld>
            <a:endParaRPr/>
          </a:p>
        </p:txBody>
      </p:sp>
      <p:sp>
        <p:nvSpPr>
          <p:cNvPr id="267" name="module comb (a, b, sel, out);…"/>
          <p:cNvSpPr txBox="1"/>
          <p:nvPr/>
        </p:nvSpPr>
        <p:spPr>
          <a:xfrm>
            <a:off x="925416" y="2982889"/>
            <a:ext cx="4510850" cy="328808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comb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a, b,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if (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 = a;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else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 = b;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pic>
        <p:nvPicPr>
          <p:cNvPr id="268" name="Image" descr="Image"/>
          <p:cNvPicPr>
            <a:picLocks noChangeAspect="1"/>
          </p:cNvPicPr>
          <p:nvPr/>
        </p:nvPicPr>
        <p:blipFill>
          <a:blip r:embed="rId2"/>
          <a:srcRect l="57416" t="68918" r="4988"/>
          <a:stretch>
            <a:fillRect/>
          </a:stretch>
        </p:blipFill>
        <p:spPr>
          <a:xfrm>
            <a:off x="2424841" y="6701470"/>
            <a:ext cx="2373994" cy="2158961"/>
          </a:xfrm>
          <a:prstGeom prst="rect">
            <a:avLst/>
          </a:prstGeom>
          <a:ln w="12700">
            <a:miter lim="400000"/>
          </a:ln>
        </p:spPr>
      </p:pic>
      <p:sp>
        <p:nvSpPr>
          <p:cNvPr id="269" name="module seq (a, b, sel, clk, out);…"/>
          <p:cNvSpPr txBox="1"/>
          <p:nvPr/>
        </p:nvSpPr>
        <p:spPr>
          <a:xfrm>
            <a:off x="6881716" y="2982889"/>
            <a:ext cx="5745163" cy="328808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seq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a, b,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 clk,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if (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 &lt;= a;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else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 &lt;= b;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pic>
        <p:nvPicPr>
          <p:cNvPr id="270" name="Image" descr="Image"/>
          <p:cNvPicPr>
            <a:picLocks noChangeAspect="1"/>
          </p:cNvPicPr>
          <p:nvPr/>
        </p:nvPicPr>
        <p:blipFill>
          <a:blip r:embed="rId3"/>
          <a:srcRect l="36350" t="66809"/>
          <a:stretch>
            <a:fillRect/>
          </a:stretch>
        </p:blipFill>
        <p:spPr>
          <a:xfrm>
            <a:off x="7764462" y="6701469"/>
            <a:ext cx="3432374" cy="21591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7" grpId="1" animBg="1" advAuto="0"/>
      <p:bldP spid="268" grpId="2" animBg="1" advAuto="0"/>
      <p:bldP spid="269" grpId="3" animBg="1" advAuto="0"/>
      <p:bldP spid="270" grpId="4" animBg="1" advAuto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Flip flop vs latch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Flip flop vs latch</a:t>
            </a:r>
          </a:p>
        </p:txBody>
      </p:sp>
      <p:sp>
        <p:nvSpPr>
          <p:cNvPr id="273" name="Latch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Latch:</a:t>
            </a:r>
            <a:br/>
            <a:br/>
            <a:br/>
            <a:br/>
            <a:br/>
            <a:endParaRPr/>
          </a:p>
          <a:p>
            <a:r>
              <a:t>Flip flop:</a:t>
            </a:r>
          </a:p>
        </p:txBody>
      </p:sp>
      <p:sp>
        <p:nvSpPr>
          <p:cNvPr id="2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31</a:t>
            </a:fld>
            <a:endParaRPr/>
          </a:p>
        </p:txBody>
      </p:sp>
      <p:grpSp>
        <p:nvGrpSpPr>
          <p:cNvPr id="277" name="Group"/>
          <p:cNvGrpSpPr/>
          <p:nvPr/>
        </p:nvGrpSpPr>
        <p:grpSpPr>
          <a:xfrm>
            <a:off x="1891604" y="3555998"/>
            <a:ext cx="7397744" cy="584202"/>
            <a:chOff x="-2473" y="-6351"/>
            <a:chExt cx="7397742" cy="584201"/>
          </a:xfrm>
        </p:grpSpPr>
        <p:sp>
          <p:nvSpPr>
            <p:cNvPr id="275" name="D"/>
            <p:cNvSpPr txBox="1"/>
            <p:nvPr/>
          </p:nvSpPr>
          <p:spPr>
            <a:xfrm>
              <a:off x="-2473" y="-6351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graphicFrame>
          <p:nvGraphicFramePr>
            <p:cNvPr id="276" name="Table 1"/>
            <p:cNvGraphicFramePr/>
            <p:nvPr/>
          </p:nvGraphicFramePr>
          <p:xfrm>
            <a:off x="836422" y="57149"/>
            <a:ext cx="6558847" cy="457199"/>
          </p:xfrm>
          <a:graphic>
            <a:graphicData uri="http://schemas.openxmlformats.org/drawingml/2006/table">
              <a:tbl>
                <a:tblPr firstCol="1">
                  <a:tableStyleId>{4A9BC294-FFE2-49D5-8D69-9E1BD2C41BD5}</a:tableStyleId>
                </a:tblPr>
                <a:tblGrid>
                  <a:gridCol w="596259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</a:tblGrid>
                <a:tr h="457200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2200">
                            <a:sym typeface="Helvetica Neue"/>
                          </a:defRPr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  <p:grpSp>
        <p:nvGrpSpPr>
          <p:cNvPr id="280" name="Group"/>
          <p:cNvGrpSpPr/>
          <p:nvPr/>
        </p:nvGrpSpPr>
        <p:grpSpPr>
          <a:xfrm>
            <a:off x="1880293" y="4870448"/>
            <a:ext cx="7409055" cy="584202"/>
            <a:chOff x="-7485" y="-6351"/>
            <a:chExt cx="7409053" cy="584201"/>
          </a:xfrm>
        </p:grpSpPr>
        <p:sp>
          <p:nvSpPr>
            <p:cNvPr id="278" name="Q"/>
            <p:cNvSpPr txBox="1"/>
            <p:nvPr/>
          </p:nvSpPr>
          <p:spPr>
            <a:xfrm>
              <a:off x="-7485" y="-6351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graphicFrame>
          <p:nvGraphicFramePr>
            <p:cNvPr id="279" name="Table 1-1"/>
            <p:cNvGraphicFramePr/>
            <p:nvPr/>
          </p:nvGraphicFramePr>
          <p:xfrm>
            <a:off x="842721" y="57149"/>
            <a:ext cx="6558847" cy="457199"/>
          </p:xfrm>
          <a:graphic>
            <a:graphicData uri="http://schemas.openxmlformats.org/drawingml/2006/table">
              <a:tbl>
                <a:tblPr firstCol="1">
                  <a:tableStyleId>{4A9BC294-FFE2-49D5-8D69-9E1BD2C41BD5}</a:tableStyleId>
                </a:tblPr>
                <a:tblGrid>
                  <a:gridCol w="596259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</a:tblGrid>
                <a:tr h="457200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2200">
                            <a:sym typeface="Helvetica Neue"/>
                          </a:defRPr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  <p:grpSp>
        <p:nvGrpSpPr>
          <p:cNvPr id="283" name="Group"/>
          <p:cNvGrpSpPr/>
          <p:nvPr/>
        </p:nvGrpSpPr>
        <p:grpSpPr>
          <a:xfrm>
            <a:off x="1880293" y="4216398"/>
            <a:ext cx="7409055" cy="584202"/>
            <a:chOff x="-12362" y="-6351"/>
            <a:chExt cx="7409053" cy="584201"/>
          </a:xfrm>
        </p:grpSpPr>
        <p:sp>
          <p:nvSpPr>
            <p:cNvPr id="281" name="G"/>
            <p:cNvSpPr txBox="1"/>
            <p:nvPr/>
          </p:nvSpPr>
          <p:spPr>
            <a:xfrm>
              <a:off x="-12362" y="-6351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G</a:t>
              </a:r>
            </a:p>
          </p:txBody>
        </p:sp>
        <p:graphicFrame>
          <p:nvGraphicFramePr>
            <p:cNvPr id="282" name="Table 1-2"/>
            <p:cNvGraphicFramePr/>
            <p:nvPr/>
          </p:nvGraphicFramePr>
          <p:xfrm>
            <a:off x="837844" y="57149"/>
            <a:ext cx="6558847" cy="457199"/>
          </p:xfrm>
          <a:graphic>
            <a:graphicData uri="http://schemas.openxmlformats.org/drawingml/2006/table">
              <a:tbl>
                <a:tblPr firstCol="1">
                  <a:tableStyleId>{4A9BC294-FFE2-49D5-8D69-9E1BD2C41BD5}</a:tableStyleId>
                </a:tblPr>
                <a:tblGrid>
                  <a:gridCol w="596259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</a:tblGrid>
                <a:tr h="457200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2200">
                            <a:sym typeface="Helvetica Neue"/>
                          </a:defRPr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  <p:grpSp>
        <p:nvGrpSpPr>
          <p:cNvPr id="286" name="Group"/>
          <p:cNvGrpSpPr/>
          <p:nvPr/>
        </p:nvGrpSpPr>
        <p:grpSpPr>
          <a:xfrm>
            <a:off x="1878904" y="6908798"/>
            <a:ext cx="7397744" cy="584202"/>
            <a:chOff x="-2473" y="-6351"/>
            <a:chExt cx="7397742" cy="584201"/>
          </a:xfrm>
        </p:grpSpPr>
        <p:sp>
          <p:nvSpPr>
            <p:cNvPr id="284" name="D"/>
            <p:cNvSpPr txBox="1"/>
            <p:nvPr/>
          </p:nvSpPr>
          <p:spPr>
            <a:xfrm>
              <a:off x="-2473" y="-6351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graphicFrame>
          <p:nvGraphicFramePr>
            <p:cNvPr id="285" name="Table 1-3"/>
            <p:cNvGraphicFramePr/>
            <p:nvPr/>
          </p:nvGraphicFramePr>
          <p:xfrm>
            <a:off x="836422" y="57149"/>
            <a:ext cx="6558847" cy="457199"/>
          </p:xfrm>
          <a:graphic>
            <a:graphicData uri="http://schemas.openxmlformats.org/drawingml/2006/table">
              <a:tbl>
                <a:tblPr firstCol="1">
                  <a:tableStyleId>{4A9BC294-FFE2-49D5-8D69-9E1BD2C41BD5}</a:tableStyleId>
                </a:tblPr>
                <a:tblGrid>
                  <a:gridCol w="596259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</a:tblGrid>
                <a:tr h="457200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2200">
                            <a:sym typeface="Helvetica Neue"/>
                          </a:defRPr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  <p:grpSp>
        <p:nvGrpSpPr>
          <p:cNvPr id="289" name="Group"/>
          <p:cNvGrpSpPr/>
          <p:nvPr/>
        </p:nvGrpSpPr>
        <p:grpSpPr>
          <a:xfrm>
            <a:off x="1777304" y="7569198"/>
            <a:ext cx="7499334" cy="584202"/>
            <a:chOff x="-7756" y="-6351"/>
            <a:chExt cx="7499333" cy="584201"/>
          </a:xfrm>
        </p:grpSpPr>
        <p:sp>
          <p:nvSpPr>
            <p:cNvPr id="287" name="clk"/>
            <p:cNvSpPr txBox="1"/>
            <p:nvPr/>
          </p:nvSpPr>
          <p:spPr>
            <a:xfrm>
              <a:off x="-7756" y="-6351"/>
              <a:ext cx="6109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clk</a:t>
              </a:r>
            </a:p>
          </p:txBody>
        </p:sp>
        <p:graphicFrame>
          <p:nvGraphicFramePr>
            <p:cNvPr id="288" name="Table 1-2-1"/>
            <p:cNvGraphicFramePr/>
            <p:nvPr/>
          </p:nvGraphicFramePr>
          <p:xfrm>
            <a:off x="932738" y="57149"/>
            <a:ext cx="6558839" cy="457199"/>
          </p:xfrm>
          <a:graphic>
            <a:graphicData uri="http://schemas.openxmlformats.org/drawingml/2006/table">
              <a:tbl>
                <a:tblPr firstCol="1">
                  <a:tableStyleId>{4A9BC294-FFE2-49D5-8D69-9E1BD2C41BD5}</a:tableStyleId>
                </a:tblPr>
                <a:tblGrid>
                  <a:gridCol w="36438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1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2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3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4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5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6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7"/>
                      </a:ext>
                    </a:extLst>
                  </a:gridCol>
                </a:tblGrid>
                <a:tr h="457200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2200">
                            <a:sym typeface="Helvetica Neue"/>
                          </a:defRPr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R w="0">
                        <a:miter lim="400000"/>
                      </a:lnR>
                      <a:lnB w="0">
                        <a:miter lim="400000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  <p:grpSp>
        <p:nvGrpSpPr>
          <p:cNvPr id="292" name="Group"/>
          <p:cNvGrpSpPr/>
          <p:nvPr/>
        </p:nvGrpSpPr>
        <p:grpSpPr>
          <a:xfrm>
            <a:off x="1867593" y="8223248"/>
            <a:ext cx="7485246" cy="584202"/>
            <a:chOff x="-7485" y="-6351"/>
            <a:chExt cx="7485244" cy="584201"/>
          </a:xfrm>
        </p:grpSpPr>
        <p:sp>
          <p:nvSpPr>
            <p:cNvPr id="290" name="Q"/>
            <p:cNvSpPr txBox="1"/>
            <p:nvPr/>
          </p:nvSpPr>
          <p:spPr>
            <a:xfrm>
              <a:off x="-7485" y="-6351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graphicFrame>
          <p:nvGraphicFramePr>
            <p:cNvPr id="291" name="Table 1-2-1-1"/>
            <p:cNvGraphicFramePr/>
            <p:nvPr/>
          </p:nvGraphicFramePr>
          <p:xfrm>
            <a:off x="918921" y="57149"/>
            <a:ext cx="6558838" cy="457199"/>
          </p:xfrm>
          <a:graphic>
            <a:graphicData uri="http://schemas.openxmlformats.org/drawingml/2006/table">
              <a:tbl>
                <a:tblPr firstCol="1">
                  <a:tableStyleId>{4A9BC294-FFE2-49D5-8D69-9E1BD2C41BD5}</a:tableStyleId>
                </a:tblPr>
                <a:tblGrid>
                  <a:gridCol w="36438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1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2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3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4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5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6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7"/>
                      </a:ext>
                    </a:extLst>
                  </a:gridCol>
                </a:tblGrid>
                <a:tr h="457200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2200">
                            <a:sym typeface="Helvetica Neue"/>
                          </a:defRPr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  <p:grpSp>
        <p:nvGrpSpPr>
          <p:cNvPr id="297" name="Group"/>
          <p:cNvGrpSpPr/>
          <p:nvPr/>
        </p:nvGrpSpPr>
        <p:grpSpPr>
          <a:xfrm>
            <a:off x="9892605" y="3695699"/>
            <a:ext cx="2082801" cy="1828801"/>
            <a:chOff x="-2472" y="0"/>
            <a:chExt cx="2082799" cy="1828799"/>
          </a:xfrm>
        </p:grpSpPr>
        <p:sp>
          <p:nvSpPr>
            <p:cNvPr id="293" name="Square"/>
            <p:cNvSpPr/>
            <p:nvPr/>
          </p:nvSpPr>
          <p:spPr>
            <a:xfrm>
              <a:off x="379222" y="0"/>
              <a:ext cx="1270001" cy="1270000"/>
            </a:xfrm>
            <a:prstGeom prst="rect">
              <a:avLst/>
            </a:pr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94" name="D"/>
            <p:cNvSpPr txBox="1"/>
            <p:nvPr/>
          </p:nvSpPr>
          <p:spPr>
            <a:xfrm>
              <a:off x="-2473" y="63499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sp>
          <p:nvSpPr>
            <p:cNvPr id="295" name="Q"/>
            <p:cNvSpPr txBox="1"/>
            <p:nvPr/>
          </p:nvSpPr>
          <p:spPr>
            <a:xfrm>
              <a:off x="1649916" y="63499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sp>
          <p:nvSpPr>
            <p:cNvPr id="296" name="G"/>
            <p:cNvSpPr txBox="1"/>
            <p:nvPr/>
          </p:nvSpPr>
          <p:spPr>
            <a:xfrm>
              <a:off x="799016" y="1244599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G</a:t>
              </a:r>
            </a:p>
          </p:txBody>
        </p:sp>
      </p:grpSp>
      <p:grpSp>
        <p:nvGrpSpPr>
          <p:cNvPr id="303" name="Group"/>
          <p:cNvGrpSpPr/>
          <p:nvPr/>
        </p:nvGrpSpPr>
        <p:grpSpPr>
          <a:xfrm>
            <a:off x="9606160" y="7124699"/>
            <a:ext cx="2343846" cy="1282701"/>
            <a:chOff x="-7755" y="-6350"/>
            <a:chExt cx="2343844" cy="1282699"/>
          </a:xfrm>
        </p:grpSpPr>
        <p:sp>
          <p:nvSpPr>
            <p:cNvPr id="298" name="Square"/>
            <p:cNvSpPr/>
            <p:nvPr/>
          </p:nvSpPr>
          <p:spPr>
            <a:xfrm>
              <a:off x="634983" y="6349"/>
              <a:ext cx="1270001" cy="1270001"/>
            </a:xfrm>
            <a:prstGeom prst="rect">
              <a:avLst/>
            </a:pr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99" name="D"/>
            <p:cNvSpPr txBox="1"/>
            <p:nvPr/>
          </p:nvSpPr>
          <p:spPr>
            <a:xfrm>
              <a:off x="253288" y="-6351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sp>
          <p:nvSpPr>
            <p:cNvPr id="300" name="Q"/>
            <p:cNvSpPr txBox="1"/>
            <p:nvPr/>
          </p:nvSpPr>
          <p:spPr>
            <a:xfrm>
              <a:off x="1905677" y="-6351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sp>
          <p:nvSpPr>
            <p:cNvPr id="301" name="clk"/>
            <p:cNvSpPr txBox="1"/>
            <p:nvPr/>
          </p:nvSpPr>
          <p:spPr>
            <a:xfrm>
              <a:off x="-7756" y="654049"/>
              <a:ext cx="6109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clk</a:t>
              </a:r>
            </a:p>
          </p:txBody>
        </p:sp>
        <p:sp>
          <p:nvSpPr>
            <p:cNvPr id="302" name="Triangle"/>
            <p:cNvSpPr/>
            <p:nvPr/>
          </p:nvSpPr>
          <p:spPr>
            <a:xfrm rot="5400000">
              <a:off x="626093" y="770890"/>
              <a:ext cx="368301" cy="3505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3BD01AE-2E92-68F2-8F11-9AAC05E0814E}"/>
              </a:ext>
            </a:extLst>
          </p:cNvPr>
          <p:cNvSpPr txBox="1"/>
          <p:nvPr/>
        </p:nvSpPr>
        <p:spPr>
          <a:xfrm>
            <a:off x="11760201" y="5429662"/>
            <a:ext cx="989351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G</a:t>
            </a:r>
            <a:r>
              <a:rPr kumimoji="0" lang="en-US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ate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AA2B255-78B2-81E6-70CD-BCE2311D6962}"/>
              </a:ext>
            </a:extLst>
          </p:cNvPr>
          <p:cNvCxnSpPr>
            <a:stCxn id="2" idx="1"/>
            <a:endCxn id="296" idx="3"/>
          </p:cNvCxnSpPr>
          <p:nvPr/>
        </p:nvCxnSpPr>
        <p:spPr>
          <a:xfrm flipH="1" flipV="1">
            <a:off x="11124506" y="5232400"/>
            <a:ext cx="635695" cy="494780"/>
          </a:xfrm>
          <a:prstGeom prst="straightConnector1">
            <a:avLst/>
          </a:prstGeom>
          <a:noFill/>
          <a:ln w="25400" cap="flat">
            <a:solidFill>
              <a:schemeClr val="accent3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7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3" grpId="1" build="p" bldLvl="5" animBg="1" advAuto="0"/>
      <p:bldP spid="277" grpId="3" animBg="1" advAuto="0"/>
      <p:bldP spid="280" grpId="5" animBg="1" advAuto="0"/>
      <p:bldP spid="283" grpId="4" animBg="1" advAuto="0"/>
      <p:bldP spid="286" grpId="7" animBg="1" advAuto="0"/>
      <p:bldP spid="289" grpId="8" animBg="1" advAuto="0"/>
      <p:bldP spid="292" grpId="9" animBg="1" advAuto="0"/>
      <p:bldP spid="297" grpId="2" animBg="1" advAuto="0"/>
      <p:bldP spid="303" grpId="6" animBg="1" advAuto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Defining a flip flop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Defining a flip flop</a:t>
            </a:r>
          </a:p>
        </p:txBody>
      </p:sp>
      <p:sp>
        <p:nvSpPr>
          <p:cNvPr id="30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16097" y="31750"/>
            <a:ext cx="283717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32</a:t>
            </a:fld>
            <a:endParaRPr/>
          </a:p>
        </p:txBody>
      </p:sp>
      <p:sp>
        <p:nvSpPr>
          <p:cNvPr id="307" name="module dff (d, rst, clk, q);…"/>
          <p:cNvSpPr txBox="1"/>
          <p:nvPr/>
        </p:nvSpPr>
        <p:spPr>
          <a:xfrm>
            <a:off x="925416" y="2798129"/>
            <a:ext cx="5022380" cy="3657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dff (d, rst, clk, q);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d, rst, clk;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q;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q;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(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clk)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(!rst) q &lt;= 1'b0;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q &lt;= d;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grpSp>
        <p:nvGrpSpPr>
          <p:cNvPr id="314" name="Group"/>
          <p:cNvGrpSpPr/>
          <p:nvPr/>
        </p:nvGrpSpPr>
        <p:grpSpPr>
          <a:xfrm>
            <a:off x="2176660" y="6811329"/>
            <a:ext cx="2331146" cy="1801516"/>
            <a:chOff x="-7755" y="0"/>
            <a:chExt cx="2331144" cy="1801514"/>
          </a:xfrm>
        </p:grpSpPr>
        <p:sp>
          <p:nvSpPr>
            <p:cNvPr id="308" name="Rectangle"/>
            <p:cNvSpPr/>
            <p:nvPr/>
          </p:nvSpPr>
          <p:spPr>
            <a:xfrm>
              <a:off x="634983" y="0"/>
              <a:ext cx="1270001" cy="1801515"/>
            </a:xfrm>
            <a:prstGeom prst="rect">
              <a:avLst/>
            </a:pr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09" name="D"/>
            <p:cNvSpPr txBox="1"/>
            <p:nvPr/>
          </p:nvSpPr>
          <p:spPr>
            <a:xfrm>
              <a:off x="240588" y="23514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sp>
          <p:nvSpPr>
            <p:cNvPr id="310" name="Q"/>
            <p:cNvSpPr txBox="1"/>
            <p:nvPr/>
          </p:nvSpPr>
          <p:spPr>
            <a:xfrm>
              <a:off x="1892977" y="23514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sp>
          <p:nvSpPr>
            <p:cNvPr id="311" name="clk"/>
            <p:cNvSpPr txBox="1"/>
            <p:nvPr/>
          </p:nvSpPr>
          <p:spPr>
            <a:xfrm>
              <a:off x="-7756" y="1179214"/>
              <a:ext cx="6109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clk</a:t>
              </a:r>
            </a:p>
          </p:txBody>
        </p:sp>
        <p:sp>
          <p:nvSpPr>
            <p:cNvPr id="312" name="Triangle"/>
            <p:cNvSpPr/>
            <p:nvPr/>
          </p:nvSpPr>
          <p:spPr>
            <a:xfrm rot="5400000">
              <a:off x="626093" y="1296054"/>
              <a:ext cx="368301" cy="3505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13" name="rst"/>
            <p:cNvSpPr txBox="1"/>
            <p:nvPr/>
          </p:nvSpPr>
          <p:spPr>
            <a:xfrm>
              <a:off x="34610" y="593712"/>
              <a:ext cx="565746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rst</a:t>
              </a:r>
            </a:p>
          </p:txBody>
        </p:sp>
      </p:grpSp>
      <p:grpSp>
        <p:nvGrpSpPr>
          <p:cNvPr id="317" name="Group"/>
          <p:cNvGrpSpPr/>
          <p:nvPr/>
        </p:nvGrpSpPr>
        <p:grpSpPr>
          <a:xfrm>
            <a:off x="5155483" y="4705684"/>
            <a:ext cx="7572677" cy="2664398"/>
            <a:chOff x="-2165151" y="3403127"/>
            <a:chExt cx="7572675" cy="2664396"/>
          </a:xfrm>
        </p:grpSpPr>
        <p:sp>
          <p:nvSpPr>
            <p:cNvPr id="315" name="Note that you can have multiple always blocks with the same sensitivity list. They'll be run in parallel, so watch out for races!"/>
            <p:cNvSpPr txBox="1"/>
            <p:nvPr/>
          </p:nvSpPr>
          <p:spPr>
            <a:xfrm>
              <a:off x="-1227860" y="4028975"/>
              <a:ext cx="6635384" cy="20385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t>Note that you can have multiple 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always</a:t>
              </a:r>
              <a:r>
                <a:t> blocks with the same sensitivity list. They'll be run in parallel, so watch out for races!</a:t>
              </a:r>
            </a:p>
          </p:txBody>
        </p:sp>
        <p:sp>
          <p:nvSpPr>
            <p:cNvPr id="316" name="Line"/>
            <p:cNvSpPr/>
            <p:nvPr/>
          </p:nvSpPr>
          <p:spPr>
            <a:xfrm flipH="1" flipV="1">
              <a:off x="-2165152" y="3403127"/>
              <a:ext cx="1478717" cy="981597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" grpId="2" animBg="1" advAuto="0"/>
      <p:bldP spid="314" grpId="1" animBg="1" advAuto="0"/>
      <p:bldP spid="317" grpId="3" animBg="1" advAuto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Blocking vs non-blocking assign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t>Blocking vs non-blocking assignment</a:t>
            </a:r>
          </a:p>
        </p:txBody>
      </p:sp>
      <p:sp>
        <p:nvSpPr>
          <p:cNvPr id="320" name="Two different types of procedural assigments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Two different types of procedural </a:t>
            </a:r>
            <a:r>
              <a:rPr dirty="0" err="1"/>
              <a:t>assigments</a:t>
            </a:r>
            <a:r>
              <a:rPr dirty="0"/>
              <a:t>:</a:t>
            </a:r>
          </a:p>
        </p:txBody>
      </p:sp>
      <p:sp>
        <p:nvSpPr>
          <p:cNvPr id="3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33</a:t>
            </a:fld>
            <a:endParaRPr/>
          </a:p>
        </p:txBody>
      </p:sp>
      <p:sp>
        <p:nvSpPr>
          <p:cNvPr id="322" name="always @*…"/>
          <p:cNvSpPr txBox="1"/>
          <p:nvPr/>
        </p:nvSpPr>
        <p:spPr>
          <a:xfrm>
            <a:off x="741311" y="3983834"/>
            <a:ext cx="5200142" cy="1456809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 = b &amp; c;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b = a + c;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323" name="always @*…"/>
          <p:cNvSpPr txBox="1"/>
          <p:nvPr/>
        </p:nvSpPr>
        <p:spPr>
          <a:xfrm>
            <a:off x="741311" y="6452660"/>
            <a:ext cx="5200142" cy="1456809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 &lt;= b &amp; c;</a:t>
            </a:r>
          </a:p>
          <a:p>
            <a:pPr algn="l">
              <a:defRPr sz="22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b &lt;= a + c;</a:t>
            </a:r>
          </a:p>
          <a:p>
            <a:pPr algn="l">
              <a:defRPr sz="22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324" name="The second statement is blocked from executing until the first statement has finished."/>
          <p:cNvSpPr/>
          <p:nvPr/>
        </p:nvSpPr>
        <p:spPr>
          <a:xfrm>
            <a:off x="6665908" y="4055090"/>
            <a:ext cx="5386392" cy="15799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lang="en-GB" b="1" dirty="0"/>
              <a:t>Blocking</a:t>
            </a:r>
            <a:r>
              <a:rPr lang="en-GB" dirty="0"/>
              <a:t>: </a:t>
            </a:r>
            <a:r>
              <a:rPr dirty="0"/>
              <a:t>second statement </a:t>
            </a:r>
            <a:r>
              <a:rPr lang="en-GB" dirty="0"/>
              <a:t>waits for first to finish.</a:t>
            </a:r>
          </a:p>
          <a:p>
            <a:r>
              <a:rPr lang="en-GB" dirty="0"/>
              <a:t>Uses </a:t>
            </a:r>
            <a:r>
              <a:rPr lang="en-GB" b="1" dirty="0"/>
              <a:t>new</a:t>
            </a:r>
            <a:r>
              <a:rPr lang="en-GB" dirty="0"/>
              <a:t> value of a</a:t>
            </a:r>
            <a:endParaRPr dirty="0"/>
          </a:p>
        </p:txBody>
      </p:sp>
      <p:sp>
        <p:nvSpPr>
          <p:cNvPr id="327" name="All assignments performed in parallel."/>
          <p:cNvSpPr txBox="1"/>
          <p:nvPr/>
        </p:nvSpPr>
        <p:spPr>
          <a:xfrm>
            <a:off x="6300498" y="6335547"/>
            <a:ext cx="5586702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lang="en-GB" b="1" dirty="0"/>
              <a:t>Non-Blocking</a:t>
            </a:r>
            <a:r>
              <a:rPr lang="en-GB" dirty="0"/>
              <a:t>: statements execute in parallel using </a:t>
            </a:r>
            <a:r>
              <a:rPr lang="en-GB" b="1" dirty="0"/>
              <a:t>old </a:t>
            </a:r>
            <a:r>
              <a:rPr lang="en-GB" dirty="0"/>
              <a:t>values of a and b.</a:t>
            </a:r>
            <a:endParaRPr b="1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2" grpId="1" animBg="1" advAuto="0"/>
      <p:bldP spid="323" grpId="2" animBg="1" advAuto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Blocking vs non-blocking assign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t>Blocking vs non-blocking assignment</a:t>
            </a:r>
          </a:p>
        </p:txBody>
      </p:sp>
      <p:sp>
        <p:nvSpPr>
          <p:cNvPr id="3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34</a:t>
            </a:fld>
            <a:endParaRPr/>
          </a:p>
        </p:txBody>
      </p:sp>
      <p:grpSp>
        <p:nvGrpSpPr>
          <p:cNvPr id="358" name="Group"/>
          <p:cNvGrpSpPr/>
          <p:nvPr/>
        </p:nvGrpSpPr>
        <p:grpSpPr>
          <a:xfrm>
            <a:off x="2106581" y="2296583"/>
            <a:ext cx="8791638" cy="2846103"/>
            <a:chOff x="0" y="0"/>
            <a:chExt cx="8791637" cy="2846101"/>
          </a:xfrm>
        </p:grpSpPr>
        <p:sp>
          <p:nvSpPr>
            <p:cNvPr id="333" name="Line"/>
            <p:cNvSpPr/>
            <p:nvPr/>
          </p:nvSpPr>
          <p:spPr>
            <a:xfrm>
              <a:off x="310664" y="451593"/>
              <a:ext cx="8480914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4" name="Rectangle"/>
            <p:cNvSpPr/>
            <p:nvPr/>
          </p:nvSpPr>
          <p:spPr>
            <a:xfrm>
              <a:off x="1223720" y="135979"/>
              <a:ext cx="1270001" cy="1801516"/>
            </a:xfrm>
            <a:prstGeom prst="rect">
              <a:avLst/>
            </a:pr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5" name="D"/>
            <p:cNvSpPr txBox="1"/>
            <p:nvPr/>
          </p:nvSpPr>
          <p:spPr>
            <a:xfrm>
              <a:off x="1209884" y="159493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sp>
          <p:nvSpPr>
            <p:cNvPr id="336" name="Q"/>
            <p:cNvSpPr txBox="1"/>
            <p:nvPr/>
          </p:nvSpPr>
          <p:spPr>
            <a:xfrm>
              <a:off x="2037215" y="159493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sp>
          <p:nvSpPr>
            <p:cNvPr id="337" name="Triangle"/>
            <p:cNvSpPr/>
            <p:nvPr/>
          </p:nvSpPr>
          <p:spPr>
            <a:xfrm rot="5400000">
              <a:off x="1214830" y="1432033"/>
              <a:ext cx="368301" cy="3505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8" name="Rectangle"/>
            <p:cNvSpPr/>
            <p:nvPr/>
          </p:nvSpPr>
          <p:spPr>
            <a:xfrm>
              <a:off x="3916121" y="121034"/>
              <a:ext cx="1270001" cy="1801516"/>
            </a:xfrm>
            <a:prstGeom prst="rect">
              <a:avLst/>
            </a:pr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9" name="Triangle"/>
            <p:cNvSpPr/>
            <p:nvPr/>
          </p:nvSpPr>
          <p:spPr>
            <a:xfrm rot="5400000">
              <a:off x="3907230" y="1417089"/>
              <a:ext cx="368301" cy="3505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0" name="Rectangle"/>
            <p:cNvSpPr/>
            <p:nvPr/>
          </p:nvSpPr>
          <p:spPr>
            <a:xfrm>
              <a:off x="6608520" y="135979"/>
              <a:ext cx="1270001" cy="1801516"/>
            </a:xfrm>
            <a:prstGeom prst="rect">
              <a:avLst/>
            </a:pr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1" name="Triangle"/>
            <p:cNvSpPr/>
            <p:nvPr/>
          </p:nvSpPr>
          <p:spPr>
            <a:xfrm rot="5400000">
              <a:off x="6599630" y="1432033"/>
              <a:ext cx="368301" cy="3505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2" name="D"/>
            <p:cNvSpPr txBox="1"/>
            <p:nvPr/>
          </p:nvSpPr>
          <p:spPr>
            <a:xfrm>
              <a:off x="3916813" y="159493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sp>
          <p:nvSpPr>
            <p:cNvPr id="343" name="Q"/>
            <p:cNvSpPr txBox="1"/>
            <p:nvPr/>
          </p:nvSpPr>
          <p:spPr>
            <a:xfrm>
              <a:off x="4744144" y="159493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sp>
          <p:nvSpPr>
            <p:cNvPr id="344" name="D"/>
            <p:cNvSpPr txBox="1"/>
            <p:nvPr/>
          </p:nvSpPr>
          <p:spPr>
            <a:xfrm>
              <a:off x="6598105" y="159493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sp>
          <p:nvSpPr>
            <p:cNvPr id="345" name="Q"/>
            <p:cNvSpPr txBox="1"/>
            <p:nvPr/>
          </p:nvSpPr>
          <p:spPr>
            <a:xfrm>
              <a:off x="7425436" y="159493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sp>
          <p:nvSpPr>
            <p:cNvPr id="346" name="Line"/>
            <p:cNvSpPr/>
            <p:nvPr/>
          </p:nvSpPr>
          <p:spPr>
            <a:xfrm flipV="1">
              <a:off x="867678" y="1603746"/>
              <a:ext cx="35052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7" name="Line"/>
            <p:cNvSpPr/>
            <p:nvPr/>
          </p:nvSpPr>
          <p:spPr>
            <a:xfrm flipH="1">
              <a:off x="867678" y="1592348"/>
              <a:ext cx="1" cy="841164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8" name="Line"/>
            <p:cNvSpPr/>
            <p:nvPr/>
          </p:nvSpPr>
          <p:spPr>
            <a:xfrm flipV="1">
              <a:off x="3566014" y="1604397"/>
              <a:ext cx="35052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9" name="Line"/>
            <p:cNvSpPr/>
            <p:nvPr/>
          </p:nvSpPr>
          <p:spPr>
            <a:xfrm>
              <a:off x="3566014" y="1593000"/>
              <a:ext cx="1" cy="841163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50" name="Line"/>
            <p:cNvSpPr/>
            <p:nvPr/>
          </p:nvSpPr>
          <p:spPr>
            <a:xfrm flipV="1">
              <a:off x="6264350" y="1604397"/>
              <a:ext cx="35052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51" name="Line"/>
            <p:cNvSpPr/>
            <p:nvPr/>
          </p:nvSpPr>
          <p:spPr>
            <a:xfrm>
              <a:off x="6264351" y="1593000"/>
              <a:ext cx="1" cy="841163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52" name="Line"/>
            <p:cNvSpPr/>
            <p:nvPr/>
          </p:nvSpPr>
          <p:spPr>
            <a:xfrm>
              <a:off x="259864" y="2441946"/>
              <a:ext cx="6019612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53" name="in"/>
            <p:cNvSpPr txBox="1"/>
            <p:nvPr/>
          </p:nvSpPr>
          <p:spPr>
            <a:xfrm>
              <a:off x="59103" y="-1"/>
              <a:ext cx="449636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</a:t>
              </a:r>
            </a:p>
          </p:txBody>
        </p:sp>
        <p:sp>
          <p:nvSpPr>
            <p:cNvPr id="354" name="q1"/>
            <p:cNvSpPr txBox="1"/>
            <p:nvPr/>
          </p:nvSpPr>
          <p:spPr>
            <a:xfrm>
              <a:off x="2958597" y="-1"/>
              <a:ext cx="449635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q1</a:t>
              </a:r>
            </a:p>
          </p:txBody>
        </p:sp>
        <p:sp>
          <p:nvSpPr>
            <p:cNvPr id="355" name="q2"/>
            <p:cNvSpPr txBox="1"/>
            <p:nvPr/>
          </p:nvSpPr>
          <p:spPr>
            <a:xfrm>
              <a:off x="5698794" y="-1"/>
              <a:ext cx="449635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q2</a:t>
              </a:r>
            </a:p>
          </p:txBody>
        </p:sp>
        <p:sp>
          <p:nvSpPr>
            <p:cNvPr id="356" name="clk"/>
            <p:cNvSpPr txBox="1"/>
            <p:nvPr/>
          </p:nvSpPr>
          <p:spPr>
            <a:xfrm>
              <a:off x="-1" y="2414301"/>
              <a:ext cx="617303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clk</a:t>
              </a:r>
            </a:p>
          </p:txBody>
        </p:sp>
        <p:sp>
          <p:nvSpPr>
            <p:cNvPr id="357" name="out"/>
            <p:cNvSpPr txBox="1"/>
            <p:nvPr/>
          </p:nvSpPr>
          <p:spPr>
            <a:xfrm>
              <a:off x="8174335" y="-1"/>
              <a:ext cx="617303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out</a:t>
              </a:r>
            </a:p>
          </p:txBody>
        </p:sp>
      </p:grpSp>
      <p:sp>
        <p:nvSpPr>
          <p:cNvPr id="359" name="module sr_v1 (in, clk, out);…"/>
          <p:cNvSpPr txBox="1"/>
          <p:nvPr/>
        </p:nvSpPr>
        <p:spPr>
          <a:xfrm>
            <a:off x="840749" y="5127442"/>
            <a:ext cx="5745163" cy="4349909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sr_v1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in, clk,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q1, q2;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q1  = in;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q2  = q1;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out = q2;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360" name="module sr_v2 (in, clk, out);…"/>
          <p:cNvSpPr txBox="1"/>
          <p:nvPr/>
        </p:nvSpPr>
        <p:spPr>
          <a:xfrm>
            <a:off x="7012949" y="5127442"/>
            <a:ext cx="5745163" cy="4349909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sr_v2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in, clk,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q1, q2;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q1  &lt;= in;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q2  &lt;= q1;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out &lt;= q2;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pic>
        <p:nvPicPr>
          <p:cNvPr id="3" name="Graphic 2" descr="Close with solid fill">
            <a:extLst>
              <a:ext uri="{FF2B5EF4-FFF2-40B4-BE49-F238E27FC236}">
                <a16:creationId xmlns:a16="http://schemas.microsoft.com/office/drawing/2014/main" id="{EB93815A-35C9-3779-B54E-E4E3A5FD50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89373" y="5059977"/>
            <a:ext cx="914400" cy="914400"/>
          </a:xfrm>
          <a:prstGeom prst="rect">
            <a:avLst/>
          </a:prstGeom>
        </p:spPr>
      </p:pic>
      <p:pic>
        <p:nvPicPr>
          <p:cNvPr id="5" name="Graphic 4" descr="Tick with solid fill">
            <a:extLst>
              <a:ext uri="{FF2B5EF4-FFF2-40B4-BE49-F238E27FC236}">
                <a16:creationId xmlns:a16="http://schemas.microsoft.com/office/drawing/2014/main" id="{000152AE-1333-2760-B19A-608A81C1B1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07990" y="5011945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9" grpId="1" animBg="1" advAuto="0"/>
      <p:bldP spid="360" grpId="2" animBg="1" advAuto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35</a:t>
            </a:fld>
            <a:endParaRPr/>
          </a:p>
        </p:txBody>
      </p:sp>
      <p:sp>
        <p:nvSpPr>
          <p:cNvPr id="364" name="module clktick (clkin, enable, N, tick);…"/>
          <p:cNvSpPr txBox="1"/>
          <p:nvPr/>
        </p:nvSpPr>
        <p:spPr>
          <a:xfrm>
            <a:off x="388743" y="7141717"/>
            <a:ext cx="7332135" cy="7889339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clktick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#(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parameter int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N_BIT = 16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    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 enable,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[N_BIT-1:0]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     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tick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[N_BIT-1:0] count = '0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clkin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tick &lt;= 1'b0;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if (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enable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if (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count == '0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tick  &lt;= 1'b1;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count &lt;= N;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end else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count &lt;= count - 1'b1;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end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end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lang="en-GB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grpSp>
        <p:nvGrpSpPr>
          <p:cNvPr id="367" name="Group"/>
          <p:cNvGrpSpPr/>
          <p:nvPr/>
        </p:nvGrpSpPr>
        <p:grpSpPr>
          <a:xfrm>
            <a:off x="7861300" y="2349500"/>
            <a:ext cx="4544914" cy="3047207"/>
            <a:chOff x="0" y="0"/>
            <a:chExt cx="4544913" cy="3047206"/>
          </a:xfrm>
        </p:grpSpPr>
        <p:sp>
          <p:nvSpPr>
            <p:cNvPr id="365" name="Rectangle"/>
            <p:cNvSpPr/>
            <p:nvPr/>
          </p:nvSpPr>
          <p:spPr>
            <a:xfrm>
              <a:off x="0" y="0"/>
              <a:ext cx="4544914" cy="3047207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366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600" y="44450"/>
              <a:ext cx="4241800" cy="28321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4" name="A flexible clock tick">
            <a:extLst>
              <a:ext uri="{FF2B5EF4-FFF2-40B4-BE49-F238E27FC236}">
                <a16:creationId xmlns:a16="http://schemas.microsoft.com/office/drawing/2014/main" id="{A9C56C7D-2B9C-5E58-484C-1E63616869E5}"/>
              </a:ext>
            </a:extLst>
          </p:cNvPr>
          <p:cNvSpPr txBox="1">
            <a:spLocks/>
          </p:cNvSpPr>
          <p:nvPr/>
        </p:nvSpPr>
        <p:spPr>
          <a:xfrm>
            <a:off x="952500" y="23495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>
            <a:lvl1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ctr" defTabSz="584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0" b="1" i="0" u="none" strike="noStrike" cap="none" spc="0" baseline="0">
                <a:solidFill>
                  <a:srgbClr val="9D7A2D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pPr hangingPunct="1"/>
            <a:r>
              <a:rPr lang="en-GB"/>
              <a:t>A flexible clock tick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9F0613-9D47-C3C1-0956-ADCB35B6F1AC}"/>
              </a:ext>
            </a:extLst>
          </p:cNvPr>
          <p:cNvSpPr txBox="1"/>
          <p:nvPr/>
        </p:nvSpPr>
        <p:spPr>
          <a:xfrm>
            <a:off x="7962900" y="6361395"/>
            <a:ext cx="4540088" cy="10874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Pulse </a:t>
            </a: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"/>
              </a:rPr>
              <a:t>tick</a:t>
            </a: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every N+1 cycles of </a:t>
            </a:r>
            <a:r>
              <a:rPr kumimoji="0" lang="en-GB" sz="32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"/>
              </a:rPr>
              <a:t>clkin</a:t>
            </a: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</a:t>
            </a:r>
            <a:endParaRPr kumimoji="0" lang="en-GB" sz="320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4" grpId="1" animBg="1" advAuto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A flexible clock tick"/>
          <p:cNvSpPr txBox="1">
            <a:spLocks noGrp="1"/>
          </p:cNvSpPr>
          <p:nvPr>
            <p:ph type="title"/>
          </p:nvPr>
        </p:nvSpPr>
        <p:spPr>
          <a:xfrm>
            <a:off x="952500" y="234950"/>
            <a:ext cx="11099800" cy="2159000"/>
          </a:xfrm>
          <a:prstGeom prst="rect">
            <a:avLst/>
          </a:prstGeom>
        </p:spPr>
        <p:txBody>
          <a:bodyPr/>
          <a:lstStyle/>
          <a:p>
            <a:r>
              <a:rPr dirty="0"/>
              <a:t>A flexible clock tick</a:t>
            </a:r>
          </a:p>
        </p:txBody>
      </p:sp>
      <p:sp>
        <p:nvSpPr>
          <p:cNvPr id="3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36</a:t>
            </a:fld>
            <a:endParaRPr/>
          </a:p>
        </p:txBody>
      </p:sp>
      <p:sp>
        <p:nvSpPr>
          <p:cNvPr id="374" name="module clktick (clkin, enable, N, tick);…"/>
          <p:cNvSpPr txBox="1"/>
          <p:nvPr/>
        </p:nvSpPr>
        <p:spPr>
          <a:xfrm>
            <a:off x="175251" y="1864261"/>
            <a:ext cx="7332135" cy="7889339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clktick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#(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parameter int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N_BIT = 16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    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 enable,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[N_BIT-1:0]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     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tick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[N_BIT-1:0] count = '0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clkin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tick &lt;= 1'b0;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if (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enable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if (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count == '0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tick  &lt;= 1'b1;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count &lt;= N;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end else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count &lt;= count - 1'b1;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end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end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grpSp>
        <p:nvGrpSpPr>
          <p:cNvPr id="2" name="Group">
            <a:extLst>
              <a:ext uri="{FF2B5EF4-FFF2-40B4-BE49-F238E27FC236}">
                <a16:creationId xmlns:a16="http://schemas.microsoft.com/office/drawing/2014/main" id="{DEAFBC73-86E1-275A-7160-00102F08268D}"/>
              </a:ext>
            </a:extLst>
          </p:cNvPr>
          <p:cNvGrpSpPr/>
          <p:nvPr/>
        </p:nvGrpSpPr>
        <p:grpSpPr>
          <a:xfrm>
            <a:off x="7861300" y="2349500"/>
            <a:ext cx="4544914" cy="3047207"/>
            <a:chOff x="0" y="0"/>
            <a:chExt cx="4544913" cy="3047206"/>
          </a:xfrm>
        </p:grpSpPr>
        <p:sp>
          <p:nvSpPr>
            <p:cNvPr id="3" name="Rectangle">
              <a:extLst>
                <a:ext uri="{FF2B5EF4-FFF2-40B4-BE49-F238E27FC236}">
                  <a16:creationId xmlns:a16="http://schemas.microsoft.com/office/drawing/2014/main" id="{3FC35910-09B4-E426-809E-00DF2AC352AC}"/>
                </a:ext>
              </a:extLst>
            </p:cNvPr>
            <p:cNvSpPr/>
            <p:nvPr/>
          </p:nvSpPr>
          <p:spPr>
            <a:xfrm>
              <a:off x="0" y="0"/>
              <a:ext cx="4544914" cy="3047207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4" name="Image" descr="Image">
              <a:extLst>
                <a:ext uri="{FF2B5EF4-FFF2-40B4-BE49-F238E27FC236}">
                  <a16:creationId xmlns:a16="http://schemas.microsoft.com/office/drawing/2014/main" id="{C6127796-1D7C-6A6E-A5FD-DED5DB23F6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600" y="44450"/>
              <a:ext cx="4241800" cy="28321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AA2C290-428E-BA2D-F2CF-8E7BBEDAE540}"/>
              </a:ext>
            </a:extLst>
          </p:cNvPr>
          <p:cNvSpPr txBox="1"/>
          <p:nvPr/>
        </p:nvSpPr>
        <p:spPr>
          <a:xfrm>
            <a:off x="7962900" y="5868953"/>
            <a:ext cx="4540088" cy="20723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Two assignments to </a:t>
            </a:r>
            <a:r>
              <a:rPr kumimoji="0" lang="en-GB" sz="32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"/>
              </a:rPr>
              <a:t>tick </a:t>
            </a:r>
            <a:r>
              <a:rPr kumimoji="0" lang="en-GB" sz="320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cs typeface="Courier New" panose="02070309020205020404" pitchFamily="49" charset="0"/>
                <a:sym typeface="Helvetica"/>
              </a:rPr>
              <a:t>in same block.</a:t>
            </a:r>
          </a:p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GB" b="1" dirty="0">
              <a:latin typeface="+mn-lt"/>
              <a:ea typeface="+mn-ea"/>
              <a:cs typeface="Courier New" panose="02070309020205020404" pitchFamily="49" charset="0"/>
            </a:endParaRPr>
          </a:p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320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cs typeface="Courier New" panose="02070309020205020404" pitchFamily="49" charset="0"/>
                <a:sym typeface="Helvetica"/>
              </a:rPr>
              <a:t>Last one wins!</a:t>
            </a:r>
            <a:endParaRPr kumimoji="0" lang="en-GB" sz="320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:a14="http://schemas.microsoft.com/office/drawing/2010/main" xmlns:m="http://schemas.openxmlformats.org/officeDocument/2006/math"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Cascading count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Cascading counters</a:t>
            </a:r>
          </a:p>
        </p:txBody>
      </p:sp>
      <p:sp>
        <p:nvSpPr>
          <p:cNvPr id="377" name="By connecting our clock tick module in series with a counter module, we can count milliseconds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By connecting our clock tick module in series with a counter module, we can count milliseconds:</a:t>
            </a:r>
          </a:p>
        </p:txBody>
      </p:sp>
      <p:sp>
        <p:nvSpPr>
          <p:cNvPr id="37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37</a:t>
            </a:fld>
            <a:endParaRPr/>
          </a:p>
        </p:txBody>
      </p:sp>
      <p:grpSp>
        <p:nvGrpSpPr>
          <p:cNvPr id="381" name="Group"/>
          <p:cNvGrpSpPr/>
          <p:nvPr/>
        </p:nvGrpSpPr>
        <p:grpSpPr>
          <a:xfrm>
            <a:off x="1041474" y="3996928"/>
            <a:ext cx="10921852" cy="5173068"/>
            <a:chOff x="0" y="0"/>
            <a:chExt cx="10921851" cy="5173067"/>
          </a:xfrm>
        </p:grpSpPr>
        <p:sp>
          <p:nvSpPr>
            <p:cNvPr id="379" name="Rectangle"/>
            <p:cNvSpPr/>
            <p:nvPr/>
          </p:nvSpPr>
          <p:spPr>
            <a:xfrm>
              <a:off x="0" y="0"/>
              <a:ext cx="10921852" cy="5173068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380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3851" y="136921"/>
              <a:ext cx="10590839" cy="49870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A clock divid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 clock divider</a:t>
            </a:r>
          </a:p>
        </p:txBody>
      </p:sp>
      <p:sp>
        <p:nvSpPr>
          <p:cNvPr id="3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38</a:t>
            </a:fld>
            <a:endParaRPr/>
          </a:p>
        </p:txBody>
      </p:sp>
      <p:sp>
        <p:nvSpPr>
          <p:cNvPr id="385" name="module clkdiv (clkin, enable, K, clkout);…"/>
          <p:cNvSpPr txBox="1"/>
          <p:nvPr/>
        </p:nvSpPr>
        <p:spPr>
          <a:xfrm>
            <a:off x="175249" y="2480338"/>
            <a:ext cx="7332135" cy="7181453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clkdiv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#(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parameter int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K_BIT = 16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    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 enable,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[K_BIT-1:0] K,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    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clkout</a:t>
            </a:r>
            <a:endParaRPr lang="en-GB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[K_BIT-1:0] count = '0;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clkin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if (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enable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if (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count == '0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&lt;= ~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count  &lt;= K;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end else begin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count &lt;= count - 1'b1;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end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end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grpSp>
        <p:nvGrpSpPr>
          <p:cNvPr id="388" name="Group"/>
          <p:cNvGrpSpPr/>
          <p:nvPr/>
        </p:nvGrpSpPr>
        <p:grpSpPr>
          <a:xfrm>
            <a:off x="7914725" y="5187796"/>
            <a:ext cx="4975739" cy="1448656"/>
            <a:chOff x="0" y="0"/>
            <a:chExt cx="4975737" cy="1448655"/>
          </a:xfrm>
        </p:grpSpPr>
        <p:sp>
          <p:nvSpPr>
            <p:cNvPr id="386" name="Rectangle"/>
            <p:cNvSpPr/>
            <p:nvPr/>
          </p:nvSpPr>
          <p:spPr>
            <a:xfrm>
              <a:off x="0" y="0"/>
              <a:ext cx="4975738" cy="1448656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387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858" y="92096"/>
              <a:ext cx="4590546" cy="126446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91" name="Group"/>
          <p:cNvGrpSpPr/>
          <p:nvPr/>
        </p:nvGrpSpPr>
        <p:grpSpPr>
          <a:xfrm>
            <a:off x="8130137" y="2659112"/>
            <a:ext cx="4544915" cy="2159001"/>
            <a:chOff x="0" y="0"/>
            <a:chExt cx="4544913" cy="2159000"/>
          </a:xfrm>
        </p:grpSpPr>
        <p:sp>
          <p:nvSpPr>
            <p:cNvPr id="389" name="Rectangle"/>
            <p:cNvSpPr/>
            <p:nvPr/>
          </p:nvSpPr>
          <p:spPr>
            <a:xfrm>
              <a:off x="0" y="0"/>
              <a:ext cx="4544914" cy="215900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390" name="Image" descr="Image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362" y="134887"/>
              <a:ext cx="4422190" cy="174481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2BAEF45D-A576-8B2B-4473-1EBD53447C26}"/>
              </a:ext>
            </a:extLst>
          </p:cNvPr>
          <p:cNvSpPr txBox="1"/>
          <p:nvPr/>
        </p:nvSpPr>
        <p:spPr>
          <a:xfrm>
            <a:off x="7469892" y="7585780"/>
            <a:ext cx="5534908" cy="10874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F(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clkout</a:t>
            </a:r>
            <a:r>
              <a:rPr lang="en-GB" dirty="0"/>
              <a:t>) = </a:t>
            </a:r>
          </a:p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F(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clkin</a:t>
            </a:r>
            <a:r>
              <a:rPr lang="en-GB" dirty="0"/>
              <a:t>) / 2*(K+1)</a:t>
            </a:r>
            <a:endParaRPr kumimoji="0" lang="en-GB" sz="320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Shift regist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Shift registers</a:t>
            </a:r>
          </a:p>
        </p:txBody>
      </p:sp>
      <p:sp>
        <p:nvSpPr>
          <p:cNvPr id="39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39</a:t>
            </a:fld>
            <a:endParaRPr/>
          </a:p>
        </p:txBody>
      </p:sp>
    </p:spTree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Line"/>
          <p:cNvSpPr/>
          <p:nvPr/>
        </p:nvSpPr>
        <p:spPr>
          <a:xfrm>
            <a:off x="977373" y="2758144"/>
            <a:ext cx="1087915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97" name="A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 shift register</a:t>
            </a:r>
          </a:p>
        </p:txBody>
      </p:sp>
      <p:sp>
        <p:nvSpPr>
          <p:cNvPr id="39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40</a:t>
            </a:fld>
            <a:endParaRPr/>
          </a:p>
        </p:txBody>
      </p:sp>
      <p:sp>
        <p:nvSpPr>
          <p:cNvPr id="399" name="Rectangle"/>
          <p:cNvSpPr/>
          <p:nvPr/>
        </p:nvSpPr>
        <p:spPr>
          <a:xfrm>
            <a:off x="1890429" y="2442529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0" name="D"/>
          <p:cNvSpPr txBox="1"/>
          <p:nvPr/>
        </p:nvSpPr>
        <p:spPr>
          <a:xfrm>
            <a:off x="1876593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01" name="Q"/>
          <p:cNvSpPr txBox="1"/>
          <p:nvPr/>
        </p:nvSpPr>
        <p:spPr>
          <a:xfrm>
            <a:off x="2703924" y="2466044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02" name="Triangle"/>
          <p:cNvSpPr/>
          <p:nvPr/>
        </p:nvSpPr>
        <p:spPr>
          <a:xfrm rot="5400000">
            <a:off x="1881539" y="3738584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3" name="Rectangle"/>
          <p:cNvSpPr/>
          <p:nvPr/>
        </p:nvSpPr>
        <p:spPr>
          <a:xfrm>
            <a:off x="4582829" y="2427585"/>
            <a:ext cx="1270001" cy="1801515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4" name="Triangle"/>
          <p:cNvSpPr/>
          <p:nvPr/>
        </p:nvSpPr>
        <p:spPr>
          <a:xfrm rot="5400000">
            <a:off x="4573939" y="3723640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5" name="Rectangle"/>
          <p:cNvSpPr/>
          <p:nvPr/>
        </p:nvSpPr>
        <p:spPr>
          <a:xfrm>
            <a:off x="7275229" y="2442529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6" name="Triangle"/>
          <p:cNvSpPr/>
          <p:nvPr/>
        </p:nvSpPr>
        <p:spPr>
          <a:xfrm rot="5400000">
            <a:off x="7266339" y="3738584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7" name="Rectangle"/>
          <p:cNvSpPr/>
          <p:nvPr/>
        </p:nvSpPr>
        <p:spPr>
          <a:xfrm>
            <a:off x="9967629" y="2412640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8" name="Triangle"/>
          <p:cNvSpPr/>
          <p:nvPr/>
        </p:nvSpPr>
        <p:spPr>
          <a:xfrm rot="5400000">
            <a:off x="9958739" y="3708695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9" name="D"/>
          <p:cNvSpPr txBox="1"/>
          <p:nvPr/>
        </p:nvSpPr>
        <p:spPr>
          <a:xfrm>
            <a:off x="4583522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10" name="Q"/>
          <p:cNvSpPr txBox="1"/>
          <p:nvPr/>
        </p:nvSpPr>
        <p:spPr>
          <a:xfrm>
            <a:off x="5410853" y="2466044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11" name="D"/>
          <p:cNvSpPr txBox="1"/>
          <p:nvPr/>
        </p:nvSpPr>
        <p:spPr>
          <a:xfrm>
            <a:off x="7264814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12" name="Q"/>
          <p:cNvSpPr txBox="1"/>
          <p:nvPr/>
        </p:nvSpPr>
        <p:spPr>
          <a:xfrm>
            <a:off x="8092145" y="2466044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13" name="D"/>
          <p:cNvSpPr txBox="1"/>
          <p:nvPr/>
        </p:nvSpPr>
        <p:spPr>
          <a:xfrm>
            <a:off x="9958807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14" name="Q"/>
          <p:cNvSpPr txBox="1"/>
          <p:nvPr/>
        </p:nvSpPr>
        <p:spPr>
          <a:xfrm>
            <a:off x="10786138" y="2466044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15" name="Line"/>
          <p:cNvSpPr/>
          <p:nvPr/>
        </p:nvSpPr>
        <p:spPr>
          <a:xfrm>
            <a:off x="1534387" y="39102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16" name="Line"/>
          <p:cNvSpPr/>
          <p:nvPr/>
        </p:nvSpPr>
        <p:spPr>
          <a:xfrm flipH="1">
            <a:off x="1534387" y="3898899"/>
            <a:ext cx="1" cy="8411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17" name="Line"/>
          <p:cNvSpPr/>
          <p:nvPr/>
        </p:nvSpPr>
        <p:spPr>
          <a:xfrm>
            <a:off x="4232723" y="3910948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18" name="Line"/>
          <p:cNvSpPr/>
          <p:nvPr/>
        </p:nvSpPr>
        <p:spPr>
          <a:xfrm>
            <a:off x="4232723" y="3899551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19" name="Line"/>
          <p:cNvSpPr/>
          <p:nvPr/>
        </p:nvSpPr>
        <p:spPr>
          <a:xfrm>
            <a:off x="6931059" y="3910948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0" name="Line"/>
          <p:cNvSpPr/>
          <p:nvPr/>
        </p:nvSpPr>
        <p:spPr>
          <a:xfrm>
            <a:off x="6931059" y="3899551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1" name="Line"/>
          <p:cNvSpPr/>
          <p:nvPr/>
        </p:nvSpPr>
        <p:spPr>
          <a:xfrm>
            <a:off x="9623459" y="3910948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2" name="Line"/>
          <p:cNvSpPr/>
          <p:nvPr/>
        </p:nvSpPr>
        <p:spPr>
          <a:xfrm>
            <a:off x="9623459" y="3899551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3" name="Line"/>
          <p:cNvSpPr/>
          <p:nvPr/>
        </p:nvSpPr>
        <p:spPr>
          <a:xfrm>
            <a:off x="863073" y="4748497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4" name="data_in"/>
          <p:cNvSpPr txBox="1"/>
          <p:nvPr/>
        </p:nvSpPr>
        <p:spPr>
          <a:xfrm>
            <a:off x="306644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data_in</a:t>
            </a:r>
          </a:p>
        </p:txBody>
      </p:sp>
      <p:sp>
        <p:nvSpPr>
          <p:cNvPr id="425" name="sreg[1]"/>
          <p:cNvSpPr txBox="1"/>
          <p:nvPr/>
        </p:nvSpPr>
        <p:spPr>
          <a:xfrm>
            <a:off x="3206138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sreg[1]</a:t>
            </a:r>
          </a:p>
        </p:txBody>
      </p:sp>
      <p:sp>
        <p:nvSpPr>
          <p:cNvPr id="426" name="sreg[2]"/>
          <p:cNvSpPr txBox="1"/>
          <p:nvPr/>
        </p:nvSpPr>
        <p:spPr>
          <a:xfrm>
            <a:off x="5946334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sreg[2]</a:t>
            </a:r>
          </a:p>
        </p:txBody>
      </p:sp>
      <p:sp>
        <p:nvSpPr>
          <p:cNvPr id="427" name="sreg[3]"/>
          <p:cNvSpPr txBox="1"/>
          <p:nvPr/>
        </p:nvSpPr>
        <p:spPr>
          <a:xfrm>
            <a:off x="8612444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sreg[3]</a:t>
            </a:r>
          </a:p>
        </p:txBody>
      </p:sp>
      <p:sp>
        <p:nvSpPr>
          <p:cNvPr id="428" name="sreg[4]"/>
          <p:cNvSpPr txBox="1"/>
          <p:nvPr/>
        </p:nvSpPr>
        <p:spPr>
          <a:xfrm>
            <a:off x="11326350" y="1975385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sreg[4]</a:t>
            </a:r>
          </a:p>
        </p:txBody>
      </p:sp>
      <p:sp>
        <p:nvSpPr>
          <p:cNvPr id="429" name="data_out"/>
          <p:cNvSpPr txBox="1"/>
          <p:nvPr/>
        </p:nvSpPr>
        <p:spPr>
          <a:xfrm>
            <a:off x="11326350" y="2306550"/>
            <a:ext cx="145563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data_out</a:t>
            </a:r>
          </a:p>
        </p:txBody>
      </p:sp>
      <p:sp>
        <p:nvSpPr>
          <p:cNvPr id="430" name="clk"/>
          <p:cNvSpPr txBox="1"/>
          <p:nvPr/>
        </p:nvSpPr>
        <p:spPr>
          <a:xfrm>
            <a:off x="666709" y="4720852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431" name="module sreg4 (data_out, data_in, clk);…"/>
          <p:cNvSpPr txBox="1"/>
          <p:nvPr/>
        </p:nvSpPr>
        <p:spPr>
          <a:xfrm>
            <a:off x="3073752" y="4970189"/>
            <a:ext cx="5745163" cy="4703852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sreg4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 clk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[4:1]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'0;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begin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[4]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[3];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[3]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[2];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[2]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[1];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[1] &lt;=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end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[4];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5" grpId="2" animBg="1" advAuto="0"/>
      <p:bldP spid="426" grpId="3" animBg="1" advAuto="0"/>
      <p:bldP spid="427" grpId="4" animBg="1" advAuto="0"/>
      <p:bldP spid="428" grpId="5" animBg="1" advAuto="0"/>
      <p:bldP spid="431" grpId="1" animBg="1" advAuto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Line"/>
          <p:cNvSpPr/>
          <p:nvPr/>
        </p:nvSpPr>
        <p:spPr>
          <a:xfrm>
            <a:off x="977373" y="2758144"/>
            <a:ext cx="1087915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4" name="A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 shift register</a:t>
            </a:r>
          </a:p>
        </p:txBody>
      </p:sp>
      <p:sp>
        <p:nvSpPr>
          <p:cNvPr id="4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41</a:t>
            </a:fld>
            <a:endParaRPr/>
          </a:p>
        </p:txBody>
      </p:sp>
      <p:sp>
        <p:nvSpPr>
          <p:cNvPr id="436" name="Rectangle"/>
          <p:cNvSpPr/>
          <p:nvPr/>
        </p:nvSpPr>
        <p:spPr>
          <a:xfrm>
            <a:off x="1890429" y="2442529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7" name="D"/>
          <p:cNvSpPr txBox="1"/>
          <p:nvPr/>
        </p:nvSpPr>
        <p:spPr>
          <a:xfrm>
            <a:off x="1876593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38" name="Q"/>
          <p:cNvSpPr txBox="1"/>
          <p:nvPr/>
        </p:nvSpPr>
        <p:spPr>
          <a:xfrm>
            <a:off x="2703924" y="2466044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39" name="Triangle"/>
          <p:cNvSpPr/>
          <p:nvPr/>
        </p:nvSpPr>
        <p:spPr>
          <a:xfrm rot="5400000">
            <a:off x="1881539" y="3738584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0" name="Rectangle"/>
          <p:cNvSpPr/>
          <p:nvPr/>
        </p:nvSpPr>
        <p:spPr>
          <a:xfrm>
            <a:off x="4582829" y="2427585"/>
            <a:ext cx="1270001" cy="1801515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1" name="Triangle"/>
          <p:cNvSpPr/>
          <p:nvPr/>
        </p:nvSpPr>
        <p:spPr>
          <a:xfrm rot="5400000">
            <a:off x="4573939" y="3723640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2" name="Rectangle"/>
          <p:cNvSpPr/>
          <p:nvPr/>
        </p:nvSpPr>
        <p:spPr>
          <a:xfrm>
            <a:off x="7275229" y="2442529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3" name="Triangle"/>
          <p:cNvSpPr/>
          <p:nvPr/>
        </p:nvSpPr>
        <p:spPr>
          <a:xfrm rot="5400000">
            <a:off x="7266339" y="3738584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4" name="Rectangle"/>
          <p:cNvSpPr/>
          <p:nvPr/>
        </p:nvSpPr>
        <p:spPr>
          <a:xfrm>
            <a:off x="9967629" y="2412640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5" name="Triangle"/>
          <p:cNvSpPr/>
          <p:nvPr/>
        </p:nvSpPr>
        <p:spPr>
          <a:xfrm rot="5400000">
            <a:off x="9958739" y="3708695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6" name="D"/>
          <p:cNvSpPr txBox="1"/>
          <p:nvPr/>
        </p:nvSpPr>
        <p:spPr>
          <a:xfrm>
            <a:off x="4583522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47" name="Q"/>
          <p:cNvSpPr txBox="1"/>
          <p:nvPr/>
        </p:nvSpPr>
        <p:spPr>
          <a:xfrm>
            <a:off x="5410853" y="2466044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48" name="D"/>
          <p:cNvSpPr txBox="1"/>
          <p:nvPr/>
        </p:nvSpPr>
        <p:spPr>
          <a:xfrm>
            <a:off x="7264814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49" name="Q"/>
          <p:cNvSpPr txBox="1"/>
          <p:nvPr/>
        </p:nvSpPr>
        <p:spPr>
          <a:xfrm>
            <a:off x="8092145" y="2466044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50" name="D"/>
          <p:cNvSpPr txBox="1"/>
          <p:nvPr/>
        </p:nvSpPr>
        <p:spPr>
          <a:xfrm>
            <a:off x="9958807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51" name="Q"/>
          <p:cNvSpPr txBox="1"/>
          <p:nvPr/>
        </p:nvSpPr>
        <p:spPr>
          <a:xfrm>
            <a:off x="10786138" y="2466044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52" name="Line"/>
          <p:cNvSpPr/>
          <p:nvPr/>
        </p:nvSpPr>
        <p:spPr>
          <a:xfrm>
            <a:off x="1534387" y="39102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3" name="Line"/>
          <p:cNvSpPr/>
          <p:nvPr/>
        </p:nvSpPr>
        <p:spPr>
          <a:xfrm flipH="1">
            <a:off x="1534387" y="3898899"/>
            <a:ext cx="1" cy="8411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4" name="Line"/>
          <p:cNvSpPr/>
          <p:nvPr/>
        </p:nvSpPr>
        <p:spPr>
          <a:xfrm>
            <a:off x="4232723" y="3910948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5" name="Line"/>
          <p:cNvSpPr/>
          <p:nvPr/>
        </p:nvSpPr>
        <p:spPr>
          <a:xfrm>
            <a:off x="4232723" y="3899551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6" name="Line"/>
          <p:cNvSpPr/>
          <p:nvPr/>
        </p:nvSpPr>
        <p:spPr>
          <a:xfrm>
            <a:off x="6931059" y="3910948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7" name="Line"/>
          <p:cNvSpPr/>
          <p:nvPr/>
        </p:nvSpPr>
        <p:spPr>
          <a:xfrm>
            <a:off x="6931059" y="3899551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8" name="Line"/>
          <p:cNvSpPr/>
          <p:nvPr/>
        </p:nvSpPr>
        <p:spPr>
          <a:xfrm>
            <a:off x="9623459" y="3910948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9" name="Line"/>
          <p:cNvSpPr/>
          <p:nvPr/>
        </p:nvSpPr>
        <p:spPr>
          <a:xfrm>
            <a:off x="9623459" y="3899551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0" name="Line"/>
          <p:cNvSpPr/>
          <p:nvPr/>
        </p:nvSpPr>
        <p:spPr>
          <a:xfrm>
            <a:off x="863073" y="4748497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1" name="data_in"/>
          <p:cNvSpPr txBox="1"/>
          <p:nvPr/>
        </p:nvSpPr>
        <p:spPr>
          <a:xfrm>
            <a:off x="306644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data_in</a:t>
            </a:r>
          </a:p>
        </p:txBody>
      </p:sp>
      <p:sp>
        <p:nvSpPr>
          <p:cNvPr id="462" name="sreg[1]"/>
          <p:cNvSpPr txBox="1"/>
          <p:nvPr/>
        </p:nvSpPr>
        <p:spPr>
          <a:xfrm>
            <a:off x="3206138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sreg[1]</a:t>
            </a:r>
          </a:p>
        </p:txBody>
      </p:sp>
      <p:sp>
        <p:nvSpPr>
          <p:cNvPr id="463" name="sreg[2]"/>
          <p:cNvSpPr txBox="1"/>
          <p:nvPr/>
        </p:nvSpPr>
        <p:spPr>
          <a:xfrm>
            <a:off x="5946334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sreg[2]</a:t>
            </a:r>
          </a:p>
        </p:txBody>
      </p:sp>
      <p:sp>
        <p:nvSpPr>
          <p:cNvPr id="464" name="sreg[3]"/>
          <p:cNvSpPr txBox="1"/>
          <p:nvPr/>
        </p:nvSpPr>
        <p:spPr>
          <a:xfrm>
            <a:off x="8612444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sreg[3]</a:t>
            </a:r>
          </a:p>
        </p:txBody>
      </p:sp>
      <p:sp>
        <p:nvSpPr>
          <p:cNvPr id="465" name="clk"/>
          <p:cNvSpPr txBox="1"/>
          <p:nvPr/>
        </p:nvSpPr>
        <p:spPr>
          <a:xfrm>
            <a:off x="666709" y="4720852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466" name="module sreg4 (data_out, data_in, clk);…"/>
          <p:cNvSpPr txBox="1"/>
          <p:nvPr/>
        </p:nvSpPr>
        <p:spPr>
          <a:xfrm>
            <a:off x="3456244" y="5480296"/>
            <a:ext cx="5921493" cy="3995966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sreg4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 clk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[4:1]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'0;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&lt;= {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[3:1],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data_in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};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[4];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  <p:sp>
        <p:nvSpPr>
          <p:cNvPr id="467" name="sreg[4]"/>
          <p:cNvSpPr txBox="1"/>
          <p:nvPr/>
        </p:nvSpPr>
        <p:spPr>
          <a:xfrm>
            <a:off x="11326350" y="1975385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sreg[4]</a:t>
            </a:r>
          </a:p>
        </p:txBody>
      </p:sp>
      <p:sp>
        <p:nvSpPr>
          <p:cNvPr id="468" name="data_out"/>
          <p:cNvSpPr txBox="1"/>
          <p:nvPr/>
        </p:nvSpPr>
        <p:spPr>
          <a:xfrm>
            <a:off x="11326350" y="2306550"/>
            <a:ext cx="145563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data_out</a:t>
            </a:r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47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42</a:t>
            </a:fld>
            <a:endParaRPr/>
          </a:p>
        </p:txBody>
      </p:sp>
      <p:sp>
        <p:nvSpPr>
          <p:cNvPr id="472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3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4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75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76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7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8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9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80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81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82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83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84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85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86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87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88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89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0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1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2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3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4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5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6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7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8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499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0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503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501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502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504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5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6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7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8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509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510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511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8" grpId="1" animBg="1" advAuto="0"/>
      <p:bldP spid="509" grpId="2" animBg="1" advAuto="0"/>
      <p:bldP spid="510" grpId="3" animBg="1" advAuto="0"/>
      <p:bldP spid="511" grpId="4" animBg="1" advAuto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5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43</a:t>
            </a:fld>
            <a:endParaRPr/>
          </a:p>
        </p:txBody>
      </p:sp>
      <p:sp>
        <p:nvSpPr>
          <p:cNvPr id="515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6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7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18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19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0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1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2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3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4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5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6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27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28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29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30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31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32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3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4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5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6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7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8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9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0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1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542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3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546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544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545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547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8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9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50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51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552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553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554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5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44</a:t>
            </a:fld>
            <a:endParaRPr/>
          </a:p>
        </p:txBody>
      </p:sp>
      <p:sp>
        <p:nvSpPr>
          <p:cNvPr id="558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59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0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61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62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3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4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5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6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7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8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9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70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71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72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73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74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75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76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77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78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79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0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1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2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3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4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585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6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589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587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588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590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91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92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93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94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595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596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597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60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45</a:t>
            </a:fld>
            <a:endParaRPr/>
          </a:p>
        </p:txBody>
      </p:sp>
      <p:sp>
        <p:nvSpPr>
          <p:cNvPr id="601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02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03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04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05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06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07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08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09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10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11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12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13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14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15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16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17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18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19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0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1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2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3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4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5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6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7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628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9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632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630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631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633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34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35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36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37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638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639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640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64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46</a:t>
            </a:fld>
            <a:endParaRPr/>
          </a:p>
        </p:txBody>
      </p:sp>
      <p:sp>
        <p:nvSpPr>
          <p:cNvPr id="644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45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46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47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48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49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0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1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2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3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4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5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56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57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58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59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60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61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2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3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4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5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6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7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8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9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70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671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72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675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673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674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676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77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78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79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80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681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682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683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6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47</a:t>
            </a:fld>
            <a:endParaRPr/>
          </a:p>
        </p:txBody>
      </p:sp>
      <p:sp>
        <p:nvSpPr>
          <p:cNvPr id="687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88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89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90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91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2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3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4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5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6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7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8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99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00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01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02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03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04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05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06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07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08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09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10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11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12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13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714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15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718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716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717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719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20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21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22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23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724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725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726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7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48</a:t>
            </a:fld>
            <a:endParaRPr/>
          </a:p>
        </p:txBody>
      </p:sp>
      <p:sp>
        <p:nvSpPr>
          <p:cNvPr id="730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1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2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33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34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5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6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7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8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9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40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41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42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43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44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45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46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47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48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49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0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1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2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3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4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5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6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757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8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761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759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760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762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63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64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65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66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767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768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769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77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49</a:t>
            </a:fld>
            <a:endParaRPr/>
          </a:p>
        </p:txBody>
      </p:sp>
      <p:sp>
        <p:nvSpPr>
          <p:cNvPr id="773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74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75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76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77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78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79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80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81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82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83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84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85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86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87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88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89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90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1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2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3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4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5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6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7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8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9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800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01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804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802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803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805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06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07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08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09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810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811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812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8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50</a:t>
            </a:fld>
            <a:endParaRPr/>
          </a:p>
        </p:txBody>
      </p:sp>
      <p:sp>
        <p:nvSpPr>
          <p:cNvPr id="816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17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18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19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20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1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2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3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4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5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6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7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28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29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30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31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32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33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34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35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36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37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38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39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40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41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42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843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44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847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845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846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848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49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50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51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52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853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854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855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8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51</a:t>
            </a:fld>
            <a:endParaRPr/>
          </a:p>
        </p:txBody>
      </p:sp>
      <p:sp>
        <p:nvSpPr>
          <p:cNvPr id="859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0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1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62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63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5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7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8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9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70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71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72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73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74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75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76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77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78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79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0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1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2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3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4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5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886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7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890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888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889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891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92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93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94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95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896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897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898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9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52</a:t>
            </a:fld>
            <a:endParaRPr/>
          </a:p>
        </p:txBody>
      </p:sp>
      <p:sp>
        <p:nvSpPr>
          <p:cNvPr id="902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03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04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05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06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07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08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09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10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11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12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13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14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15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16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17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18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19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0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1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2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3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4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5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6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7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8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929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30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933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931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932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934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35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36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37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38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939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940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941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94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53</a:t>
            </a:fld>
            <a:endParaRPr/>
          </a:p>
        </p:txBody>
      </p:sp>
      <p:sp>
        <p:nvSpPr>
          <p:cNvPr id="945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46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47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48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49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0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1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2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3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4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5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6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57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58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59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60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61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62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3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4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5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6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7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8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9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70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71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972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73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976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974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975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977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78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79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80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81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982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983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984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98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54</a:t>
            </a:fld>
            <a:endParaRPr/>
          </a:p>
        </p:txBody>
      </p:sp>
      <p:sp>
        <p:nvSpPr>
          <p:cNvPr id="988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89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0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91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92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3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4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5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6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7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8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9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00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01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02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03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04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05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06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07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08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09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10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11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12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13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14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1015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16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1019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1017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018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1020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21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22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23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24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025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1026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1027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10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55</a:t>
            </a:fld>
            <a:endParaRPr/>
          </a:p>
        </p:txBody>
      </p:sp>
      <p:sp>
        <p:nvSpPr>
          <p:cNvPr id="1031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32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33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34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35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36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37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38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39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40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41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42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43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44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45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46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47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48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49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0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1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2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4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6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7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1058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9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1060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061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1063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64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65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66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67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068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069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1070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107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56</a:t>
            </a:fld>
            <a:endParaRPr/>
          </a:p>
        </p:txBody>
      </p:sp>
      <p:sp>
        <p:nvSpPr>
          <p:cNvPr id="1074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75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76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77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78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79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80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81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82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83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84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85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86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87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88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89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90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91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2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3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4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5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6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7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8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9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00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1101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02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1105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1103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104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1106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07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08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09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10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111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112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113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111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57</a:t>
            </a:fld>
            <a:endParaRPr/>
          </a:p>
        </p:txBody>
      </p:sp>
      <p:sp>
        <p:nvSpPr>
          <p:cNvPr id="1117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18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19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120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121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2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3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4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5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6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7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8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129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130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131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132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133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134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35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36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37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38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39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40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41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42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43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1144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45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1148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1146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147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1149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50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51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52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53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1154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155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156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157" name="This LFSR corresponds to the polynomial 1 + x3 + x4. Other LSFRs are possible, with different polynomials."/>
          <p:cNvSpPr txBox="1">
            <a:spLocks noGrp="1"/>
          </p:cNvSpPr>
          <p:nvPr>
            <p:ph type="body" sz="quarter" idx="1"/>
          </p:nvPr>
        </p:nvSpPr>
        <p:spPr>
          <a:xfrm>
            <a:off x="952500" y="7768945"/>
            <a:ext cx="11099800" cy="1203605"/>
          </a:xfrm>
          <a:prstGeom prst="rect">
            <a:avLst/>
          </a:prstGeom>
        </p:spPr>
        <p:txBody>
          <a:bodyPr/>
          <a:lstStyle/>
          <a:p>
            <a:r>
              <a:t>This LFSR corresponds to the polynomial 1 + x</a:t>
            </a:r>
            <a:r>
              <a:rPr baseline="31999"/>
              <a:t>3</a:t>
            </a:r>
            <a:r>
              <a:t> + x</a:t>
            </a:r>
            <a:r>
              <a:rPr baseline="31999"/>
              <a:t>4</a:t>
            </a:r>
            <a:r>
              <a:t>. Other LSFRs are possible, with different polynomials.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" grpId="1" animBg="1" advAuto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9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116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58</a:t>
            </a:fld>
            <a:endParaRPr/>
          </a:p>
        </p:txBody>
      </p:sp>
      <p:sp>
        <p:nvSpPr>
          <p:cNvPr id="1161" name="module lfsr4 (data_out, clk);…"/>
          <p:cNvSpPr txBox="1"/>
          <p:nvPr/>
        </p:nvSpPr>
        <p:spPr>
          <a:xfrm>
            <a:off x="2588902" y="3742418"/>
            <a:ext cx="7684796" cy="3995966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 lfsr4 (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output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[4:1]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,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input  logic      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);</a:t>
            </a: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logic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[4:1]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4'b0001;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always_ff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@(</a:t>
            </a: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300"/>
            </a:pP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&lt;= {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[3:1],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[4] ^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[3]};</a:t>
            </a:r>
          </a:p>
          <a:p>
            <a:pPr algn="l">
              <a:defRPr sz="2300"/>
            </a:pPr>
            <a:endParaRPr lang="en-GB" b="1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assign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data_out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= </a:t>
            </a:r>
            <a:r>
              <a:rPr lang="en-GB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</a:t>
            </a:r>
            <a:r>
              <a:rPr lang="en-GB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;</a:t>
            </a:r>
          </a:p>
          <a:p>
            <a:pPr algn="l">
              <a:defRPr sz="2300"/>
            </a:pPr>
            <a:r>
              <a:rPr lang="en-GB" b="1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  <a:endParaRPr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</p:spTree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Binary to BC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Binary to BCD</a:t>
            </a:r>
          </a:p>
        </p:txBody>
      </p:sp>
      <p:sp>
        <p:nvSpPr>
          <p:cNvPr id="11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59</a:t>
            </a:fld>
            <a:endParaRPr/>
          </a:p>
        </p:txBody>
      </p:sp>
    </p:spTree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Binary to BC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Binary to BCD</a:t>
            </a:r>
          </a:p>
        </p:txBody>
      </p:sp>
      <p:sp>
        <p:nvSpPr>
          <p:cNvPr id="116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60</a:t>
            </a:fld>
            <a:endParaRPr/>
          </a:p>
        </p:txBody>
      </p:sp>
      <p:graphicFrame>
        <p:nvGraphicFramePr>
          <p:cNvPr id="1168" name="Table 1"/>
          <p:cNvGraphicFramePr/>
          <p:nvPr/>
        </p:nvGraphicFramePr>
        <p:xfrm>
          <a:off x="2961648" y="2672742"/>
          <a:ext cx="7081501" cy="6911512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2288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8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36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61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82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8236"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2100"/>
                      </a:pPr>
                      <a:endParaRPr/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100"/>
                        <a:t>binary-coded decimal (BCD)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100"/>
                        <a:t>8-bit binary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2100"/>
                      </a:pPr>
                      <a:endParaRPr/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100"/>
                        <a:t>hundreds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100"/>
                        <a:t>tens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100"/>
                        <a:t>units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 grid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100"/>
                      </a:pPr>
                      <a:endParaRPr/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0111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1100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1111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100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1111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011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1110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0111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1100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add 3: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1010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E9E6B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1100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0101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100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add 3: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1000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E9E6B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100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0001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0010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add 3: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1001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E9E6B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0010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0010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0100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8" grpId="1" animBg="1" advAuto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61</a:t>
            </a:fld>
            <a:endParaRPr/>
          </a:p>
        </p:txBody>
      </p:sp>
      <p:sp>
        <p:nvSpPr>
          <p:cNvPr id="1171" name="B[7:0]"/>
          <p:cNvSpPr/>
          <p:nvPr/>
        </p:nvSpPr>
        <p:spPr>
          <a:xfrm>
            <a:off x="7538293" y="1568450"/>
            <a:ext cx="4391026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B[7:0]</a:t>
            </a:r>
          </a:p>
        </p:txBody>
      </p:sp>
      <p:sp>
        <p:nvSpPr>
          <p:cNvPr id="1172" name="Line"/>
          <p:cNvSpPr/>
          <p:nvPr/>
        </p:nvSpPr>
        <p:spPr>
          <a:xfrm>
            <a:off x="3794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3" name="Line"/>
          <p:cNvSpPr/>
          <p:nvPr/>
        </p:nvSpPr>
        <p:spPr>
          <a:xfrm>
            <a:off x="4365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4" name="Line"/>
          <p:cNvSpPr/>
          <p:nvPr/>
        </p:nvSpPr>
        <p:spPr>
          <a:xfrm>
            <a:off x="4924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5" name="Line"/>
          <p:cNvSpPr/>
          <p:nvPr/>
        </p:nvSpPr>
        <p:spPr>
          <a:xfrm>
            <a:off x="5495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6" name="Line"/>
          <p:cNvSpPr/>
          <p:nvPr/>
        </p:nvSpPr>
        <p:spPr>
          <a:xfrm>
            <a:off x="60546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7" name="Line"/>
          <p:cNvSpPr/>
          <p:nvPr/>
        </p:nvSpPr>
        <p:spPr>
          <a:xfrm>
            <a:off x="66261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8" name="Line"/>
          <p:cNvSpPr/>
          <p:nvPr/>
        </p:nvSpPr>
        <p:spPr>
          <a:xfrm>
            <a:off x="7184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9" name="Line"/>
          <p:cNvSpPr/>
          <p:nvPr/>
        </p:nvSpPr>
        <p:spPr>
          <a:xfrm>
            <a:off x="7756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0" name="Line"/>
          <p:cNvSpPr/>
          <p:nvPr/>
        </p:nvSpPr>
        <p:spPr>
          <a:xfrm>
            <a:off x="8327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1" name="Line"/>
          <p:cNvSpPr/>
          <p:nvPr/>
        </p:nvSpPr>
        <p:spPr>
          <a:xfrm>
            <a:off x="8899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2" name="Line"/>
          <p:cNvSpPr/>
          <p:nvPr/>
        </p:nvSpPr>
        <p:spPr>
          <a:xfrm>
            <a:off x="9458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3" name="Line"/>
          <p:cNvSpPr/>
          <p:nvPr/>
        </p:nvSpPr>
        <p:spPr>
          <a:xfrm>
            <a:off x="100297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4" name="Line"/>
          <p:cNvSpPr/>
          <p:nvPr/>
        </p:nvSpPr>
        <p:spPr>
          <a:xfrm>
            <a:off x="10588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5" name="Line"/>
          <p:cNvSpPr/>
          <p:nvPr/>
        </p:nvSpPr>
        <p:spPr>
          <a:xfrm>
            <a:off x="11160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6" name="Line"/>
          <p:cNvSpPr/>
          <p:nvPr/>
        </p:nvSpPr>
        <p:spPr>
          <a:xfrm>
            <a:off x="949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7" name="Line"/>
          <p:cNvSpPr/>
          <p:nvPr/>
        </p:nvSpPr>
        <p:spPr>
          <a:xfrm>
            <a:off x="1508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8" name="Line"/>
          <p:cNvSpPr/>
          <p:nvPr/>
        </p:nvSpPr>
        <p:spPr>
          <a:xfrm>
            <a:off x="2079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9" name="Line"/>
          <p:cNvSpPr/>
          <p:nvPr/>
        </p:nvSpPr>
        <p:spPr>
          <a:xfrm>
            <a:off x="2638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90" name="Line"/>
          <p:cNvSpPr/>
          <p:nvPr/>
        </p:nvSpPr>
        <p:spPr>
          <a:xfrm>
            <a:off x="3209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91" name="adjust"/>
          <p:cNvSpPr/>
          <p:nvPr/>
        </p:nvSpPr>
        <p:spPr>
          <a:xfrm>
            <a:off x="52813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192" name="adjust"/>
          <p:cNvSpPr/>
          <p:nvPr/>
        </p:nvSpPr>
        <p:spPr>
          <a:xfrm>
            <a:off x="30080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193" name="adjust"/>
          <p:cNvSpPr/>
          <p:nvPr/>
        </p:nvSpPr>
        <p:spPr>
          <a:xfrm>
            <a:off x="7474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194" name="Line"/>
          <p:cNvSpPr/>
          <p:nvPr/>
        </p:nvSpPr>
        <p:spPr>
          <a:xfrm>
            <a:off x="11718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95" name="0"/>
          <p:cNvSpPr txBox="1"/>
          <p:nvPr/>
        </p:nvSpPr>
        <p:spPr>
          <a:xfrm>
            <a:off x="12151980" y="16763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196" name="Line"/>
          <p:cNvSpPr/>
          <p:nvPr/>
        </p:nvSpPr>
        <p:spPr>
          <a:xfrm>
            <a:off x="381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97" name="Line"/>
          <p:cNvSpPr/>
          <p:nvPr/>
        </p:nvSpPr>
        <p:spPr>
          <a:xfrm>
            <a:off x="4391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98" name="Line"/>
          <p:cNvSpPr/>
          <p:nvPr/>
        </p:nvSpPr>
        <p:spPr>
          <a:xfrm>
            <a:off x="495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99" name="Line"/>
          <p:cNvSpPr/>
          <p:nvPr/>
        </p:nvSpPr>
        <p:spPr>
          <a:xfrm>
            <a:off x="552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0" name="Line"/>
          <p:cNvSpPr/>
          <p:nvPr/>
        </p:nvSpPr>
        <p:spPr>
          <a:xfrm>
            <a:off x="60805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1" name="Line"/>
          <p:cNvSpPr/>
          <p:nvPr/>
        </p:nvSpPr>
        <p:spPr>
          <a:xfrm>
            <a:off x="66520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2" name="Line"/>
          <p:cNvSpPr/>
          <p:nvPr/>
        </p:nvSpPr>
        <p:spPr>
          <a:xfrm>
            <a:off x="7198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3" name="Line"/>
          <p:cNvSpPr/>
          <p:nvPr/>
        </p:nvSpPr>
        <p:spPr>
          <a:xfrm>
            <a:off x="77696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4" name="Line"/>
          <p:cNvSpPr/>
          <p:nvPr/>
        </p:nvSpPr>
        <p:spPr>
          <a:xfrm>
            <a:off x="8341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5" name="Line"/>
          <p:cNvSpPr/>
          <p:nvPr/>
        </p:nvSpPr>
        <p:spPr>
          <a:xfrm>
            <a:off x="889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6" name="Line"/>
          <p:cNvSpPr/>
          <p:nvPr/>
        </p:nvSpPr>
        <p:spPr>
          <a:xfrm>
            <a:off x="9475391" y="2920095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003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8" name="Line"/>
          <p:cNvSpPr/>
          <p:nvPr/>
        </p:nvSpPr>
        <p:spPr>
          <a:xfrm>
            <a:off x="1060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9" name="Line"/>
          <p:cNvSpPr/>
          <p:nvPr/>
        </p:nvSpPr>
        <p:spPr>
          <a:xfrm>
            <a:off x="11172350" y="2920095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0" name="Line"/>
          <p:cNvSpPr/>
          <p:nvPr/>
        </p:nvSpPr>
        <p:spPr>
          <a:xfrm>
            <a:off x="975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1" name="Line"/>
          <p:cNvSpPr/>
          <p:nvPr/>
        </p:nvSpPr>
        <p:spPr>
          <a:xfrm>
            <a:off x="1533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2" name="Line"/>
          <p:cNvSpPr/>
          <p:nvPr/>
        </p:nvSpPr>
        <p:spPr>
          <a:xfrm>
            <a:off x="2105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3" name="Line"/>
          <p:cNvSpPr/>
          <p:nvPr/>
        </p:nvSpPr>
        <p:spPr>
          <a:xfrm>
            <a:off x="2664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4" name="Line"/>
          <p:cNvSpPr/>
          <p:nvPr/>
        </p:nvSpPr>
        <p:spPr>
          <a:xfrm>
            <a:off x="3235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5" name="adjust"/>
          <p:cNvSpPr/>
          <p:nvPr/>
        </p:nvSpPr>
        <p:spPr>
          <a:xfrm>
            <a:off x="53071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16" name="adjust"/>
          <p:cNvSpPr/>
          <p:nvPr/>
        </p:nvSpPr>
        <p:spPr>
          <a:xfrm>
            <a:off x="30338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17" name="adjust"/>
          <p:cNvSpPr/>
          <p:nvPr/>
        </p:nvSpPr>
        <p:spPr>
          <a:xfrm>
            <a:off x="7732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18" name="Line"/>
          <p:cNvSpPr/>
          <p:nvPr/>
        </p:nvSpPr>
        <p:spPr>
          <a:xfrm>
            <a:off x="11744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9" name="0"/>
          <p:cNvSpPr txBox="1"/>
          <p:nvPr/>
        </p:nvSpPr>
        <p:spPr>
          <a:xfrm>
            <a:off x="12177805" y="25780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20" name="Line"/>
          <p:cNvSpPr/>
          <p:nvPr/>
        </p:nvSpPr>
        <p:spPr>
          <a:xfrm>
            <a:off x="3819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1" name="Line"/>
          <p:cNvSpPr/>
          <p:nvPr/>
        </p:nvSpPr>
        <p:spPr>
          <a:xfrm>
            <a:off x="4390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2" name="Line"/>
          <p:cNvSpPr/>
          <p:nvPr/>
        </p:nvSpPr>
        <p:spPr>
          <a:xfrm>
            <a:off x="4949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3" name="Line"/>
          <p:cNvSpPr/>
          <p:nvPr/>
        </p:nvSpPr>
        <p:spPr>
          <a:xfrm>
            <a:off x="5521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4" name="Line"/>
          <p:cNvSpPr/>
          <p:nvPr/>
        </p:nvSpPr>
        <p:spPr>
          <a:xfrm>
            <a:off x="60800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5" name="Line"/>
          <p:cNvSpPr/>
          <p:nvPr/>
        </p:nvSpPr>
        <p:spPr>
          <a:xfrm>
            <a:off x="66515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6" name="Line"/>
          <p:cNvSpPr/>
          <p:nvPr/>
        </p:nvSpPr>
        <p:spPr>
          <a:xfrm>
            <a:off x="9746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7" name="Line"/>
          <p:cNvSpPr/>
          <p:nvPr/>
        </p:nvSpPr>
        <p:spPr>
          <a:xfrm>
            <a:off x="1533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8" name="Line"/>
          <p:cNvSpPr/>
          <p:nvPr/>
        </p:nvSpPr>
        <p:spPr>
          <a:xfrm>
            <a:off x="2104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9" name="Line"/>
          <p:cNvSpPr/>
          <p:nvPr/>
        </p:nvSpPr>
        <p:spPr>
          <a:xfrm>
            <a:off x="2663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30" name="Line"/>
          <p:cNvSpPr/>
          <p:nvPr/>
        </p:nvSpPr>
        <p:spPr>
          <a:xfrm>
            <a:off x="3235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31" name="adjust"/>
          <p:cNvSpPr/>
          <p:nvPr/>
        </p:nvSpPr>
        <p:spPr>
          <a:xfrm>
            <a:off x="53067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32" name="adjust"/>
          <p:cNvSpPr/>
          <p:nvPr/>
        </p:nvSpPr>
        <p:spPr>
          <a:xfrm>
            <a:off x="30334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33" name="adjust"/>
          <p:cNvSpPr/>
          <p:nvPr/>
        </p:nvSpPr>
        <p:spPr>
          <a:xfrm>
            <a:off x="7728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34" name="Line"/>
          <p:cNvSpPr/>
          <p:nvPr/>
        </p:nvSpPr>
        <p:spPr>
          <a:xfrm>
            <a:off x="11744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35" name="0"/>
          <p:cNvSpPr txBox="1"/>
          <p:nvPr/>
        </p:nvSpPr>
        <p:spPr>
          <a:xfrm>
            <a:off x="12177380" y="34797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36" name="Line"/>
          <p:cNvSpPr/>
          <p:nvPr/>
        </p:nvSpPr>
        <p:spPr>
          <a:xfrm>
            <a:off x="3832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37" name="Line"/>
          <p:cNvSpPr/>
          <p:nvPr/>
        </p:nvSpPr>
        <p:spPr>
          <a:xfrm>
            <a:off x="4403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38" name="Line"/>
          <p:cNvSpPr/>
          <p:nvPr/>
        </p:nvSpPr>
        <p:spPr>
          <a:xfrm>
            <a:off x="4962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39" name="Line"/>
          <p:cNvSpPr/>
          <p:nvPr/>
        </p:nvSpPr>
        <p:spPr>
          <a:xfrm>
            <a:off x="5533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0" name="Line"/>
          <p:cNvSpPr/>
          <p:nvPr/>
        </p:nvSpPr>
        <p:spPr>
          <a:xfrm>
            <a:off x="60927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1" name="Line"/>
          <p:cNvSpPr/>
          <p:nvPr/>
        </p:nvSpPr>
        <p:spPr>
          <a:xfrm>
            <a:off x="66642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2" name="Line"/>
          <p:cNvSpPr/>
          <p:nvPr/>
        </p:nvSpPr>
        <p:spPr>
          <a:xfrm>
            <a:off x="9873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3" name="Line"/>
          <p:cNvSpPr/>
          <p:nvPr/>
        </p:nvSpPr>
        <p:spPr>
          <a:xfrm>
            <a:off x="1546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4" name="Line"/>
          <p:cNvSpPr/>
          <p:nvPr/>
        </p:nvSpPr>
        <p:spPr>
          <a:xfrm>
            <a:off x="2117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5" name="Line"/>
          <p:cNvSpPr/>
          <p:nvPr/>
        </p:nvSpPr>
        <p:spPr>
          <a:xfrm>
            <a:off x="2676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6" name="Line"/>
          <p:cNvSpPr/>
          <p:nvPr/>
        </p:nvSpPr>
        <p:spPr>
          <a:xfrm>
            <a:off x="3247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7" name="adjust"/>
          <p:cNvSpPr/>
          <p:nvPr/>
        </p:nvSpPr>
        <p:spPr>
          <a:xfrm>
            <a:off x="53194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48" name="adjust"/>
          <p:cNvSpPr/>
          <p:nvPr/>
        </p:nvSpPr>
        <p:spPr>
          <a:xfrm>
            <a:off x="30461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49" name="adjust"/>
          <p:cNvSpPr/>
          <p:nvPr/>
        </p:nvSpPr>
        <p:spPr>
          <a:xfrm>
            <a:off x="7855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50" name="Line"/>
          <p:cNvSpPr/>
          <p:nvPr/>
        </p:nvSpPr>
        <p:spPr>
          <a:xfrm>
            <a:off x="11756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1" name="0"/>
          <p:cNvSpPr txBox="1"/>
          <p:nvPr/>
        </p:nvSpPr>
        <p:spPr>
          <a:xfrm>
            <a:off x="12190080" y="43878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52" name="Line"/>
          <p:cNvSpPr/>
          <p:nvPr/>
        </p:nvSpPr>
        <p:spPr>
          <a:xfrm>
            <a:off x="3832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3" name="Line"/>
          <p:cNvSpPr/>
          <p:nvPr/>
        </p:nvSpPr>
        <p:spPr>
          <a:xfrm>
            <a:off x="4403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4" name="Line"/>
          <p:cNvSpPr/>
          <p:nvPr/>
        </p:nvSpPr>
        <p:spPr>
          <a:xfrm>
            <a:off x="4962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5" name="Line"/>
          <p:cNvSpPr/>
          <p:nvPr/>
        </p:nvSpPr>
        <p:spPr>
          <a:xfrm>
            <a:off x="5533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6" name="Line"/>
          <p:cNvSpPr/>
          <p:nvPr/>
        </p:nvSpPr>
        <p:spPr>
          <a:xfrm>
            <a:off x="60927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7" name="Line"/>
          <p:cNvSpPr/>
          <p:nvPr/>
        </p:nvSpPr>
        <p:spPr>
          <a:xfrm>
            <a:off x="66642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9873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9" name="Line"/>
          <p:cNvSpPr/>
          <p:nvPr/>
        </p:nvSpPr>
        <p:spPr>
          <a:xfrm>
            <a:off x="1546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2117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1" name="Line"/>
          <p:cNvSpPr/>
          <p:nvPr/>
        </p:nvSpPr>
        <p:spPr>
          <a:xfrm>
            <a:off x="2676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2" name="Line"/>
          <p:cNvSpPr/>
          <p:nvPr/>
        </p:nvSpPr>
        <p:spPr>
          <a:xfrm>
            <a:off x="3247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3" name="adjust"/>
          <p:cNvSpPr/>
          <p:nvPr/>
        </p:nvSpPr>
        <p:spPr>
          <a:xfrm>
            <a:off x="53194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64" name="adjust"/>
          <p:cNvSpPr/>
          <p:nvPr/>
        </p:nvSpPr>
        <p:spPr>
          <a:xfrm>
            <a:off x="30461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65" name="adjust"/>
          <p:cNvSpPr/>
          <p:nvPr/>
        </p:nvSpPr>
        <p:spPr>
          <a:xfrm>
            <a:off x="7855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66" name="Line"/>
          <p:cNvSpPr/>
          <p:nvPr/>
        </p:nvSpPr>
        <p:spPr>
          <a:xfrm>
            <a:off x="3819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7" name="Line"/>
          <p:cNvSpPr/>
          <p:nvPr/>
        </p:nvSpPr>
        <p:spPr>
          <a:xfrm>
            <a:off x="4390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8" name="Line"/>
          <p:cNvSpPr/>
          <p:nvPr/>
        </p:nvSpPr>
        <p:spPr>
          <a:xfrm>
            <a:off x="4949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9" name="Line"/>
          <p:cNvSpPr/>
          <p:nvPr/>
        </p:nvSpPr>
        <p:spPr>
          <a:xfrm>
            <a:off x="5521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0" name="Line"/>
          <p:cNvSpPr/>
          <p:nvPr/>
        </p:nvSpPr>
        <p:spPr>
          <a:xfrm>
            <a:off x="60800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1" name="Line"/>
          <p:cNvSpPr/>
          <p:nvPr/>
        </p:nvSpPr>
        <p:spPr>
          <a:xfrm>
            <a:off x="66515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2" name="Line"/>
          <p:cNvSpPr/>
          <p:nvPr/>
        </p:nvSpPr>
        <p:spPr>
          <a:xfrm>
            <a:off x="9746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3" name="Line"/>
          <p:cNvSpPr/>
          <p:nvPr/>
        </p:nvSpPr>
        <p:spPr>
          <a:xfrm>
            <a:off x="1533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4" name="Line"/>
          <p:cNvSpPr/>
          <p:nvPr/>
        </p:nvSpPr>
        <p:spPr>
          <a:xfrm>
            <a:off x="2104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5" name="Line"/>
          <p:cNvSpPr/>
          <p:nvPr/>
        </p:nvSpPr>
        <p:spPr>
          <a:xfrm>
            <a:off x="2663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6" name="Line"/>
          <p:cNvSpPr/>
          <p:nvPr/>
        </p:nvSpPr>
        <p:spPr>
          <a:xfrm>
            <a:off x="3235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7" name="adjust"/>
          <p:cNvSpPr/>
          <p:nvPr/>
        </p:nvSpPr>
        <p:spPr>
          <a:xfrm>
            <a:off x="53067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78" name="adjust"/>
          <p:cNvSpPr/>
          <p:nvPr/>
        </p:nvSpPr>
        <p:spPr>
          <a:xfrm>
            <a:off x="30334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79" name="adjust"/>
          <p:cNvSpPr/>
          <p:nvPr/>
        </p:nvSpPr>
        <p:spPr>
          <a:xfrm>
            <a:off x="7728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80" name="0"/>
          <p:cNvSpPr txBox="1"/>
          <p:nvPr/>
        </p:nvSpPr>
        <p:spPr>
          <a:xfrm>
            <a:off x="70459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1" name="0"/>
          <p:cNvSpPr txBox="1"/>
          <p:nvPr/>
        </p:nvSpPr>
        <p:spPr>
          <a:xfrm>
            <a:off x="648292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2" name="0"/>
          <p:cNvSpPr txBox="1"/>
          <p:nvPr/>
        </p:nvSpPr>
        <p:spPr>
          <a:xfrm>
            <a:off x="5928443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3" name="0"/>
          <p:cNvSpPr txBox="1"/>
          <p:nvPr/>
        </p:nvSpPr>
        <p:spPr>
          <a:xfrm>
            <a:off x="53568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4" name="0"/>
          <p:cNvSpPr txBox="1"/>
          <p:nvPr/>
        </p:nvSpPr>
        <p:spPr>
          <a:xfrm>
            <a:off x="47874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5" name="0"/>
          <p:cNvSpPr txBox="1"/>
          <p:nvPr/>
        </p:nvSpPr>
        <p:spPr>
          <a:xfrm>
            <a:off x="422445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6" name="0"/>
          <p:cNvSpPr txBox="1"/>
          <p:nvPr/>
        </p:nvSpPr>
        <p:spPr>
          <a:xfrm>
            <a:off x="3669974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7" name="0"/>
          <p:cNvSpPr txBox="1"/>
          <p:nvPr/>
        </p:nvSpPr>
        <p:spPr>
          <a:xfrm>
            <a:off x="30729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8" name="0"/>
          <p:cNvSpPr txBox="1"/>
          <p:nvPr/>
        </p:nvSpPr>
        <p:spPr>
          <a:xfrm>
            <a:off x="250995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9" name="0"/>
          <p:cNvSpPr txBox="1"/>
          <p:nvPr/>
        </p:nvSpPr>
        <p:spPr>
          <a:xfrm>
            <a:off x="1955474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90" name="0"/>
          <p:cNvSpPr txBox="1"/>
          <p:nvPr/>
        </p:nvSpPr>
        <p:spPr>
          <a:xfrm>
            <a:off x="13838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91" name="Line"/>
          <p:cNvSpPr/>
          <p:nvPr/>
        </p:nvSpPr>
        <p:spPr>
          <a:xfrm>
            <a:off x="3833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2" name="Line"/>
          <p:cNvSpPr/>
          <p:nvPr/>
        </p:nvSpPr>
        <p:spPr>
          <a:xfrm>
            <a:off x="4405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3" name="Line"/>
          <p:cNvSpPr/>
          <p:nvPr/>
        </p:nvSpPr>
        <p:spPr>
          <a:xfrm>
            <a:off x="4963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4" name="Line"/>
          <p:cNvSpPr/>
          <p:nvPr/>
        </p:nvSpPr>
        <p:spPr>
          <a:xfrm>
            <a:off x="5535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5" name="Line"/>
          <p:cNvSpPr/>
          <p:nvPr/>
        </p:nvSpPr>
        <p:spPr>
          <a:xfrm>
            <a:off x="60942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6" name="Line"/>
          <p:cNvSpPr/>
          <p:nvPr/>
        </p:nvSpPr>
        <p:spPr>
          <a:xfrm>
            <a:off x="66657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7" name="Line"/>
          <p:cNvSpPr/>
          <p:nvPr/>
        </p:nvSpPr>
        <p:spPr>
          <a:xfrm>
            <a:off x="9888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8" name="Line"/>
          <p:cNvSpPr/>
          <p:nvPr/>
        </p:nvSpPr>
        <p:spPr>
          <a:xfrm>
            <a:off x="1547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9" name="Line"/>
          <p:cNvSpPr/>
          <p:nvPr/>
        </p:nvSpPr>
        <p:spPr>
          <a:xfrm>
            <a:off x="2119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0" name="Line"/>
          <p:cNvSpPr/>
          <p:nvPr/>
        </p:nvSpPr>
        <p:spPr>
          <a:xfrm>
            <a:off x="2677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1" name="Line"/>
          <p:cNvSpPr/>
          <p:nvPr/>
        </p:nvSpPr>
        <p:spPr>
          <a:xfrm>
            <a:off x="3249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2" name="adjust"/>
          <p:cNvSpPr/>
          <p:nvPr/>
        </p:nvSpPr>
        <p:spPr>
          <a:xfrm>
            <a:off x="53209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303" name="adjust"/>
          <p:cNvSpPr/>
          <p:nvPr/>
        </p:nvSpPr>
        <p:spPr>
          <a:xfrm>
            <a:off x="30476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304" name="adjust"/>
          <p:cNvSpPr/>
          <p:nvPr/>
        </p:nvSpPr>
        <p:spPr>
          <a:xfrm>
            <a:off x="7870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305" name="Line"/>
          <p:cNvSpPr/>
          <p:nvPr/>
        </p:nvSpPr>
        <p:spPr>
          <a:xfrm>
            <a:off x="3252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6" name="Line"/>
          <p:cNvSpPr/>
          <p:nvPr/>
        </p:nvSpPr>
        <p:spPr>
          <a:xfrm>
            <a:off x="3823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7" name="Line"/>
          <p:cNvSpPr/>
          <p:nvPr/>
        </p:nvSpPr>
        <p:spPr>
          <a:xfrm>
            <a:off x="4382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8" name="Line"/>
          <p:cNvSpPr/>
          <p:nvPr/>
        </p:nvSpPr>
        <p:spPr>
          <a:xfrm>
            <a:off x="4954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9" name="Line"/>
          <p:cNvSpPr/>
          <p:nvPr/>
        </p:nvSpPr>
        <p:spPr>
          <a:xfrm>
            <a:off x="55128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0" name="Line"/>
          <p:cNvSpPr/>
          <p:nvPr/>
        </p:nvSpPr>
        <p:spPr>
          <a:xfrm>
            <a:off x="60843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1" name="Line"/>
          <p:cNvSpPr/>
          <p:nvPr/>
        </p:nvSpPr>
        <p:spPr>
          <a:xfrm>
            <a:off x="6643197" y="8319404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2" name="Line"/>
          <p:cNvSpPr/>
          <p:nvPr/>
        </p:nvSpPr>
        <p:spPr>
          <a:xfrm>
            <a:off x="966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3" name="Line"/>
          <p:cNvSpPr/>
          <p:nvPr/>
        </p:nvSpPr>
        <p:spPr>
          <a:xfrm>
            <a:off x="1537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4" name="Line"/>
          <p:cNvSpPr/>
          <p:nvPr/>
        </p:nvSpPr>
        <p:spPr>
          <a:xfrm>
            <a:off x="2096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5" name="Line"/>
          <p:cNvSpPr/>
          <p:nvPr/>
        </p:nvSpPr>
        <p:spPr>
          <a:xfrm>
            <a:off x="2668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6" name="BCD[0]"/>
          <p:cNvSpPr/>
          <p:nvPr/>
        </p:nvSpPr>
        <p:spPr>
          <a:xfrm>
            <a:off x="53257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BCD[0]</a:t>
            </a:r>
          </a:p>
        </p:txBody>
      </p:sp>
      <p:sp>
        <p:nvSpPr>
          <p:cNvPr id="1317" name="BCD[1]"/>
          <p:cNvSpPr/>
          <p:nvPr/>
        </p:nvSpPr>
        <p:spPr>
          <a:xfrm>
            <a:off x="30524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BCD[1]</a:t>
            </a:r>
          </a:p>
        </p:txBody>
      </p:sp>
      <p:sp>
        <p:nvSpPr>
          <p:cNvPr id="1318" name="BCD[2]"/>
          <p:cNvSpPr/>
          <p:nvPr/>
        </p:nvSpPr>
        <p:spPr>
          <a:xfrm>
            <a:off x="7918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BCD[2]</a:t>
            </a:r>
          </a:p>
        </p:txBody>
      </p:sp>
      <p:sp>
        <p:nvSpPr>
          <p:cNvPr id="1319" name="Line"/>
          <p:cNvSpPr/>
          <p:nvPr/>
        </p:nvSpPr>
        <p:spPr>
          <a:xfrm flipV="1">
            <a:off x="7758653" y="2469153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0" name="Line"/>
          <p:cNvSpPr/>
          <p:nvPr/>
        </p:nvSpPr>
        <p:spPr>
          <a:xfrm flipV="1">
            <a:off x="8338616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1" name="Line"/>
          <p:cNvSpPr/>
          <p:nvPr/>
        </p:nvSpPr>
        <p:spPr>
          <a:xfrm flipV="1">
            <a:off x="8904191" y="246815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2" name="Line"/>
          <p:cNvSpPr/>
          <p:nvPr/>
        </p:nvSpPr>
        <p:spPr>
          <a:xfrm flipV="1">
            <a:off x="9464995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3" name="Line"/>
          <p:cNvSpPr/>
          <p:nvPr/>
        </p:nvSpPr>
        <p:spPr>
          <a:xfrm flipV="1">
            <a:off x="10025233" y="24738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4" name="Line"/>
          <p:cNvSpPr/>
          <p:nvPr/>
        </p:nvSpPr>
        <p:spPr>
          <a:xfrm flipV="1">
            <a:off x="10592496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5" name="Line"/>
          <p:cNvSpPr/>
          <p:nvPr/>
        </p:nvSpPr>
        <p:spPr>
          <a:xfrm flipV="1">
            <a:off x="11170770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6" name="Line"/>
          <p:cNvSpPr/>
          <p:nvPr/>
        </p:nvSpPr>
        <p:spPr>
          <a:xfrm flipV="1">
            <a:off x="11718875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7" name="Line"/>
          <p:cNvSpPr/>
          <p:nvPr/>
        </p:nvSpPr>
        <p:spPr>
          <a:xfrm>
            <a:off x="7204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8" name="Line"/>
          <p:cNvSpPr/>
          <p:nvPr/>
        </p:nvSpPr>
        <p:spPr>
          <a:xfrm>
            <a:off x="77761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9" name="Line"/>
          <p:cNvSpPr/>
          <p:nvPr/>
        </p:nvSpPr>
        <p:spPr>
          <a:xfrm>
            <a:off x="8347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0" name="Line"/>
          <p:cNvSpPr/>
          <p:nvPr/>
        </p:nvSpPr>
        <p:spPr>
          <a:xfrm>
            <a:off x="89064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1" name="Line"/>
          <p:cNvSpPr/>
          <p:nvPr/>
        </p:nvSpPr>
        <p:spPr>
          <a:xfrm>
            <a:off x="9481899" y="3815898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2" name="Line"/>
          <p:cNvSpPr/>
          <p:nvPr/>
        </p:nvSpPr>
        <p:spPr>
          <a:xfrm>
            <a:off x="100367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3" name="Line"/>
          <p:cNvSpPr/>
          <p:nvPr/>
        </p:nvSpPr>
        <p:spPr>
          <a:xfrm>
            <a:off x="106082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4" name="Line"/>
          <p:cNvSpPr/>
          <p:nvPr/>
        </p:nvSpPr>
        <p:spPr>
          <a:xfrm>
            <a:off x="11178858" y="3815898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5" name="Line"/>
          <p:cNvSpPr/>
          <p:nvPr/>
        </p:nvSpPr>
        <p:spPr>
          <a:xfrm flipV="1">
            <a:off x="7765161" y="336495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6" name="Line"/>
          <p:cNvSpPr/>
          <p:nvPr/>
        </p:nvSpPr>
        <p:spPr>
          <a:xfrm flipV="1">
            <a:off x="834512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7" name="Line"/>
          <p:cNvSpPr/>
          <p:nvPr/>
        </p:nvSpPr>
        <p:spPr>
          <a:xfrm flipV="1">
            <a:off x="8910699" y="336395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8" name="Line"/>
          <p:cNvSpPr/>
          <p:nvPr/>
        </p:nvSpPr>
        <p:spPr>
          <a:xfrm flipV="1">
            <a:off x="947150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9" name="Line"/>
          <p:cNvSpPr/>
          <p:nvPr/>
        </p:nvSpPr>
        <p:spPr>
          <a:xfrm flipV="1">
            <a:off x="10031741" y="33696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0" name="Line"/>
          <p:cNvSpPr/>
          <p:nvPr/>
        </p:nvSpPr>
        <p:spPr>
          <a:xfrm flipV="1">
            <a:off x="10599004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1" name="Line"/>
          <p:cNvSpPr/>
          <p:nvPr/>
        </p:nvSpPr>
        <p:spPr>
          <a:xfrm flipV="1">
            <a:off x="11177279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2" name="Line"/>
          <p:cNvSpPr/>
          <p:nvPr/>
        </p:nvSpPr>
        <p:spPr>
          <a:xfrm flipV="1">
            <a:off x="11725383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3" name="Line"/>
          <p:cNvSpPr/>
          <p:nvPr/>
        </p:nvSpPr>
        <p:spPr>
          <a:xfrm>
            <a:off x="7219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4" name="Line"/>
          <p:cNvSpPr/>
          <p:nvPr/>
        </p:nvSpPr>
        <p:spPr>
          <a:xfrm>
            <a:off x="77906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5" name="Line"/>
          <p:cNvSpPr/>
          <p:nvPr/>
        </p:nvSpPr>
        <p:spPr>
          <a:xfrm>
            <a:off x="8362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6" name="Line"/>
          <p:cNvSpPr/>
          <p:nvPr/>
        </p:nvSpPr>
        <p:spPr>
          <a:xfrm>
            <a:off x="89209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7" name="Line"/>
          <p:cNvSpPr/>
          <p:nvPr/>
        </p:nvSpPr>
        <p:spPr>
          <a:xfrm>
            <a:off x="9496436" y="4722396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8" name="Line"/>
          <p:cNvSpPr/>
          <p:nvPr/>
        </p:nvSpPr>
        <p:spPr>
          <a:xfrm>
            <a:off x="100512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9" name="Line"/>
          <p:cNvSpPr/>
          <p:nvPr/>
        </p:nvSpPr>
        <p:spPr>
          <a:xfrm>
            <a:off x="106227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0" name="Line"/>
          <p:cNvSpPr/>
          <p:nvPr/>
        </p:nvSpPr>
        <p:spPr>
          <a:xfrm>
            <a:off x="11193395" y="4722396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1" name="Line"/>
          <p:cNvSpPr/>
          <p:nvPr/>
        </p:nvSpPr>
        <p:spPr>
          <a:xfrm flipV="1">
            <a:off x="7779698" y="427145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2" name="Line"/>
          <p:cNvSpPr/>
          <p:nvPr/>
        </p:nvSpPr>
        <p:spPr>
          <a:xfrm flipV="1">
            <a:off x="834696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3" name="Line"/>
          <p:cNvSpPr/>
          <p:nvPr/>
        </p:nvSpPr>
        <p:spPr>
          <a:xfrm flipV="1">
            <a:off x="8925236" y="427045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4" name="Line"/>
          <p:cNvSpPr/>
          <p:nvPr/>
        </p:nvSpPr>
        <p:spPr>
          <a:xfrm flipV="1">
            <a:off x="948604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5" name="Line"/>
          <p:cNvSpPr/>
          <p:nvPr/>
        </p:nvSpPr>
        <p:spPr>
          <a:xfrm flipV="1">
            <a:off x="10046278" y="42761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6" name="Line"/>
          <p:cNvSpPr/>
          <p:nvPr/>
        </p:nvSpPr>
        <p:spPr>
          <a:xfrm flipV="1">
            <a:off x="10613541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7" name="Line"/>
          <p:cNvSpPr/>
          <p:nvPr/>
        </p:nvSpPr>
        <p:spPr>
          <a:xfrm flipV="1">
            <a:off x="11191816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8" name="Line"/>
          <p:cNvSpPr/>
          <p:nvPr/>
        </p:nvSpPr>
        <p:spPr>
          <a:xfrm flipV="1">
            <a:off x="11739920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9" name="Line"/>
          <p:cNvSpPr/>
          <p:nvPr/>
        </p:nvSpPr>
        <p:spPr>
          <a:xfrm>
            <a:off x="7221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0" name="Line"/>
          <p:cNvSpPr/>
          <p:nvPr/>
        </p:nvSpPr>
        <p:spPr>
          <a:xfrm>
            <a:off x="77929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1" name="Line"/>
          <p:cNvSpPr/>
          <p:nvPr/>
        </p:nvSpPr>
        <p:spPr>
          <a:xfrm>
            <a:off x="8364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2" name="Line"/>
          <p:cNvSpPr/>
          <p:nvPr/>
        </p:nvSpPr>
        <p:spPr>
          <a:xfrm>
            <a:off x="89232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3" name="Line"/>
          <p:cNvSpPr/>
          <p:nvPr/>
        </p:nvSpPr>
        <p:spPr>
          <a:xfrm>
            <a:off x="9498732" y="5629912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4" name="Line"/>
          <p:cNvSpPr/>
          <p:nvPr/>
        </p:nvSpPr>
        <p:spPr>
          <a:xfrm>
            <a:off x="100535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5" name="Line"/>
          <p:cNvSpPr/>
          <p:nvPr/>
        </p:nvSpPr>
        <p:spPr>
          <a:xfrm>
            <a:off x="106250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6" name="Line"/>
          <p:cNvSpPr/>
          <p:nvPr/>
        </p:nvSpPr>
        <p:spPr>
          <a:xfrm>
            <a:off x="11195691" y="5629912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7" name="Line"/>
          <p:cNvSpPr/>
          <p:nvPr/>
        </p:nvSpPr>
        <p:spPr>
          <a:xfrm flipV="1">
            <a:off x="7781994" y="51789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8" name="Line"/>
          <p:cNvSpPr/>
          <p:nvPr/>
        </p:nvSpPr>
        <p:spPr>
          <a:xfrm flipV="1">
            <a:off x="836195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9" name="Line"/>
          <p:cNvSpPr/>
          <p:nvPr/>
        </p:nvSpPr>
        <p:spPr>
          <a:xfrm flipV="1">
            <a:off x="8927532" y="51779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0" name="Line"/>
          <p:cNvSpPr/>
          <p:nvPr/>
        </p:nvSpPr>
        <p:spPr>
          <a:xfrm flipV="1">
            <a:off x="948833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1" name="Line"/>
          <p:cNvSpPr/>
          <p:nvPr/>
        </p:nvSpPr>
        <p:spPr>
          <a:xfrm flipV="1">
            <a:off x="10048574" y="51836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2" name="Line"/>
          <p:cNvSpPr/>
          <p:nvPr/>
        </p:nvSpPr>
        <p:spPr>
          <a:xfrm flipV="1">
            <a:off x="10615837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3" name="Line"/>
          <p:cNvSpPr/>
          <p:nvPr/>
        </p:nvSpPr>
        <p:spPr>
          <a:xfrm flipV="1">
            <a:off x="11194112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4" name="Line"/>
          <p:cNvSpPr/>
          <p:nvPr/>
        </p:nvSpPr>
        <p:spPr>
          <a:xfrm flipV="1">
            <a:off x="11742216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5" name="Line"/>
          <p:cNvSpPr/>
          <p:nvPr/>
        </p:nvSpPr>
        <p:spPr>
          <a:xfrm>
            <a:off x="7227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6" name="Line"/>
          <p:cNvSpPr/>
          <p:nvPr/>
        </p:nvSpPr>
        <p:spPr>
          <a:xfrm>
            <a:off x="77994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7" name="Line"/>
          <p:cNvSpPr/>
          <p:nvPr/>
        </p:nvSpPr>
        <p:spPr>
          <a:xfrm>
            <a:off x="8370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8" name="Line"/>
          <p:cNvSpPr/>
          <p:nvPr/>
        </p:nvSpPr>
        <p:spPr>
          <a:xfrm>
            <a:off x="89297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9" name="Line"/>
          <p:cNvSpPr/>
          <p:nvPr/>
        </p:nvSpPr>
        <p:spPr>
          <a:xfrm>
            <a:off x="9505240" y="6525714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0" name="Line"/>
          <p:cNvSpPr/>
          <p:nvPr/>
        </p:nvSpPr>
        <p:spPr>
          <a:xfrm>
            <a:off x="100600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1" name="Line"/>
          <p:cNvSpPr/>
          <p:nvPr/>
        </p:nvSpPr>
        <p:spPr>
          <a:xfrm>
            <a:off x="106315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2" name="Line"/>
          <p:cNvSpPr/>
          <p:nvPr/>
        </p:nvSpPr>
        <p:spPr>
          <a:xfrm>
            <a:off x="11214899" y="6525714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3" name="Line"/>
          <p:cNvSpPr/>
          <p:nvPr/>
        </p:nvSpPr>
        <p:spPr>
          <a:xfrm flipV="1">
            <a:off x="7788502" y="60747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4" name="Line"/>
          <p:cNvSpPr/>
          <p:nvPr/>
        </p:nvSpPr>
        <p:spPr>
          <a:xfrm flipV="1">
            <a:off x="836846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5" name="Line"/>
          <p:cNvSpPr/>
          <p:nvPr/>
        </p:nvSpPr>
        <p:spPr>
          <a:xfrm flipV="1">
            <a:off x="8934040" y="60737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6" name="Line"/>
          <p:cNvSpPr/>
          <p:nvPr/>
        </p:nvSpPr>
        <p:spPr>
          <a:xfrm flipV="1">
            <a:off x="949484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7" name="Line"/>
          <p:cNvSpPr/>
          <p:nvPr/>
        </p:nvSpPr>
        <p:spPr>
          <a:xfrm flipV="1">
            <a:off x="10055082" y="607948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8" name="Line"/>
          <p:cNvSpPr/>
          <p:nvPr/>
        </p:nvSpPr>
        <p:spPr>
          <a:xfrm flipV="1">
            <a:off x="10622345" y="608320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9" name="Line"/>
          <p:cNvSpPr/>
          <p:nvPr/>
        </p:nvSpPr>
        <p:spPr>
          <a:xfrm flipV="1">
            <a:off x="11200620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0" name="Line"/>
          <p:cNvSpPr/>
          <p:nvPr/>
        </p:nvSpPr>
        <p:spPr>
          <a:xfrm>
            <a:off x="7242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1" name="Line"/>
          <p:cNvSpPr/>
          <p:nvPr/>
        </p:nvSpPr>
        <p:spPr>
          <a:xfrm>
            <a:off x="78139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2" name="Line"/>
          <p:cNvSpPr/>
          <p:nvPr/>
        </p:nvSpPr>
        <p:spPr>
          <a:xfrm>
            <a:off x="8385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3" name="Line"/>
          <p:cNvSpPr/>
          <p:nvPr/>
        </p:nvSpPr>
        <p:spPr>
          <a:xfrm>
            <a:off x="89442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4" name="Line"/>
          <p:cNvSpPr/>
          <p:nvPr/>
        </p:nvSpPr>
        <p:spPr>
          <a:xfrm>
            <a:off x="9519777" y="7432213"/>
            <a:ext cx="55069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5" name="Line"/>
          <p:cNvSpPr/>
          <p:nvPr/>
        </p:nvSpPr>
        <p:spPr>
          <a:xfrm>
            <a:off x="100745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6" name="Line"/>
          <p:cNvSpPr/>
          <p:nvPr/>
        </p:nvSpPr>
        <p:spPr>
          <a:xfrm>
            <a:off x="106460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7" name="Line"/>
          <p:cNvSpPr/>
          <p:nvPr/>
        </p:nvSpPr>
        <p:spPr>
          <a:xfrm>
            <a:off x="11229437" y="7432213"/>
            <a:ext cx="54283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8" name="Line"/>
          <p:cNvSpPr/>
          <p:nvPr/>
        </p:nvSpPr>
        <p:spPr>
          <a:xfrm flipV="1">
            <a:off x="7803040" y="69812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9" name="Line"/>
          <p:cNvSpPr/>
          <p:nvPr/>
        </p:nvSpPr>
        <p:spPr>
          <a:xfrm flipV="1">
            <a:off x="8370303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0" name="Line"/>
          <p:cNvSpPr/>
          <p:nvPr/>
        </p:nvSpPr>
        <p:spPr>
          <a:xfrm flipV="1">
            <a:off x="8948577" y="69802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1" name="Line"/>
          <p:cNvSpPr/>
          <p:nvPr/>
        </p:nvSpPr>
        <p:spPr>
          <a:xfrm flipV="1">
            <a:off x="9509382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2" name="Line"/>
          <p:cNvSpPr/>
          <p:nvPr/>
        </p:nvSpPr>
        <p:spPr>
          <a:xfrm flipV="1">
            <a:off x="10069619" y="69859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3" name="Line"/>
          <p:cNvSpPr/>
          <p:nvPr/>
        </p:nvSpPr>
        <p:spPr>
          <a:xfrm flipV="1">
            <a:off x="10636882" y="698970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4" name="Line"/>
          <p:cNvSpPr/>
          <p:nvPr/>
        </p:nvSpPr>
        <p:spPr>
          <a:xfrm flipV="1">
            <a:off x="11215157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5" name="Line"/>
          <p:cNvSpPr/>
          <p:nvPr/>
        </p:nvSpPr>
        <p:spPr>
          <a:xfrm>
            <a:off x="7250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6" name="Line"/>
          <p:cNvSpPr/>
          <p:nvPr/>
        </p:nvSpPr>
        <p:spPr>
          <a:xfrm>
            <a:off x="78223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7" name="Line"/>
          <p:cNvSpPr/>
          <p:nvPr/>
        </p:nvSpPr>
        <p:spPr>
          <a:xfrm>
            <a:off x="8393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8" name="Line"/>
          <p:cNvSpPr/>
          <p:nvPr/>
        </p:nvSpPr>
        <p:spPr>
          <a:xfrm>
            <a:off x="89526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9" name="Line"/>
          <p:cNvSpPr/>
          <p:nvPr/>
        </p:nvSpPr>
        <p:spPr>
          <a:xfrm>
            <a:off x="9528132" y="8332289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0" name="Line"/>
          <p:cNvSpPr/>
          <p:nvPr/>
        </p:nvSpPr>
        <p:spPr>
          <a:xfrm>
            <a:off x="100829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1" name="Line"/>
          <p:cNvSpPr/>
          <p:nvPr/>
        </p:nvSpPr>
        <p:spPr>
          <a:xfrm>
            <a:off x="106544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2" name="Line"/>
          <p:cNvSpPr/>
          <p:nvPr/>
        </p:nvSpPr>
        <p:spPr>
          <a:xfrm>
            <a:off x="11237791" y="8332289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3" name="Line"/>
          <p:cNvSpPr/>
          <p:nvPr/>
        </p:nvSpPr>
        <p:spPr>
          <a:xfrm flipV="1">
            <a:off x="7811394" y="788134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4" name="Line"/>
          <p:cNvSpPr/>
          <p:nvPr/>
        </p:nvSpPr>
        <p:spPr>
          <a:xfrm flipV="1">
            <a:off x="8378657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5" name="Line"/>
          <p:cNvSpPr/>
          <p:nvPr/>
        </p:nvSpPr>
        <p:spPr>
          <a:xfrm flipV="1">
            <a:off x="8956932" y="788034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6" name="Line"/>
          <p:cNvSpPr/>
          <p:nvPr/>
        </p:nvSpPr>
        <p:spPr>
          <a:xfrm flipV="1">
            <a:off x="9517736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7" name="Line"/>
          <p:cNvSpPr/>
          <p:nvPr/>
        </p:nvSpPr>
        <p:spPr>
          <a:xfrm flipV="1">
            <a:off x="10077974" y="788606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8" name="Line"/>
          <p:cNvSpPr/>
          <p:nvPr/>
        </p:nvSpPr>
        <p:spPr>
          <a:xfrm flipV="1">
            <a:off x="10645237" y="78897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9" name="Line"/>
          <p:cNvSpPr/>
          <p:nvPr/>
        </p:nvSpPr>
        <p:spPr>
          <a:xfrm flipV="1">
            <a:off x="11223511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20" name="Line"/>
          <p:cNvSpPr/>
          <p:nvPr/>
        </p:nvSpPr>
        <p:spPr>
          <a:xfrm>
            <a:off x="11768041" y="56315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21" name="0"/>
          <p:cNvSpPr txBox="1"/>
          <p:nvPr/>
        </p:nvSpPr>
        <p:spPr>
          <a:xfrm>
            <a:off x="12201146" y="52895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22" name="Line"/>
          <p:cNvSpPr/>
          <p:nvPr/>
        </p:nvSpPr>
        <p:spPr>
          <a:xfrm>
            <a:off x="11793866" y="65332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23" name="0"/>
          <p:cNvSpPr txBox="1"/>
          <p:nvPr/>
        </p:nvSpPr>
        <p:spPr>
          <a:xfrm>
            <a:off x="12226971" y="61912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24" name="Line"/>
          <p:cNvSpPr/>
          <p:nvPr/>
        </p:nvSpPr>
        <p:spPr>
          <a:xfrm>
            <a:off x="11793441" y="74349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25" name="0"/>
          <p:cNvSpPr txBox="1"/>
          <p:nvPr/>
        </p:nvSpPr>
        <p:spPr>
          <a:xfrm>
            <a:off x="12226546" y="70929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26" name="Line"/>
          <p:cNvSpPr/>
          <p:nvPr/>
        </p:nvSpPr>
        <p:spPr>
          <a:xfrm>
            <a:off x="11806141" y="83429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27" name="0"/>
          <p:cNvSpPr txBox="1"/>
          <p:nvPr/>
        </p:nvSpPr>
        <p:spPr>
          <a:xfrm>
            <a:off x="12239246" y="80009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28" name="Line"/>
          <p:cNvSpPr/>
          <p:nvPr/>
        </p:nvSpPr>
        <p:spPr>
          <a:xfrm flipV="1">
            <a:off x="11769675" y="60806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29" name="Line"/>
          <p:cNvSpPr/>
          <p:nvPr/>
        </p:nvSpPr>
        <p:spPr>
          <a:xfrm flipV="1">
            <a:off x="11784212" y="698716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30" name="Line"/>
          <p:cNvSpPr/>
          <p:nvPr/>
        </p:nvSpPr>
        <p:spPr>
          <a:xfrm flipV="1">
            <a:off x="11786508" y="78946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62</a:t>
            </a:fld>
            <a:endParaRPr/>
          </a:p>
        </p:txBody>
      </p:sp>
      <p:sp>
        <p:nvSpPr>
          <p:cNvPr id="1433" name="B[7:0]"/>
          <p:cNvSpPr/>
          <p:nvPr/>
        </p:nvSpPr>
        <p:spPr>
          <a:xfrm>
            <a:off x="7538293" y="1568450"/>
            <a:ext cx="4391026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B[7:0]</a:t>
            </a:r>
          </a:p>
        </p:txBody>
      </p:sp>
      <p:sp>
        <p:nvSpPr>
          <p:cNvPr id="1434" name="Line"/>
          <p:cNvSpPr/>
          <p:nvPr/>
        </p:nvSpPr>
        <p:spPr>
          <a:xfrm>
            <a:off x="3794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35" name="Line"/>
          <p:cNvSpPr/>
          <p:nvPr/>
        </p:nvSpPr>
        <p:spPr>
          <a:xfrm>
            <a:off x="4365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36" name="Line"/>
          <p:cNvSpPr/>
          <p:nvPr/>
        </p:nvSpPr>
        <p:spPr>
          <a:xfrm>
            <a:off x="4924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37" name="Line"/>
          <p:cNvSpPr/>
          <p:nvPr/>
        </p:nvSpPr>
        <p:spPr>
          <a:xfrm>
            <a:off x="5495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38" name="Line"/>
          <p:cNvSpPr/>
          <p:nvPr/>
        </p:nvSpPr>
        <p:spPr>
          <a:xfrm>
            <a:off x="60546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39" name="Line"/>
          <p:cNvSpPr/>
          <p:nvPr/>
        </p:nvSpPr>
        <p:spPr>
          <a:xfrm>
            <a:off x="66261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0" name="Line"/>
          <p:cNvSpPr/>
          <p:nvPr/>
        </p:nvSpPr>
        <p:spPr>
          <a:xfrm>
            <a:off x="7184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1" name="Line"/>
          <p:cNvSpPr/>
          <p:nvPr/>
        </p:nvSpPr>
        <p:spPr>
          <a:xfrm>
            <a:off x="7756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2" name="Line"/>
          <p:cNvSpPr/>
          <p:nvPr/>
        </p:nvSpPr>
        <p:spPr>
          <a:xfrm>
            <a:off x="8327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3" name="Line"/>
          <p:cNvSpPr/>
          <p:nvPr/>
        </p:nvSpPr>
        <p:spPr>
          <a:xfrm>
            <a:off x="8899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4" name="Line"/>
          <p:cNvSpPr/>
          <p:nvPr/>
        </p:nvSpPr>
        <p:spPr>
          <a:xfrm>
            <a:off x="9458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5" name="Line"/>
          <p:cNvSpPr/>
          <p:nvPr/>
        </p:nvSpPr>
        <p:spPr>
          <a:xfrm>
            <a:off x="100297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6" name="Line"/>
          <p:cNvSpPr/>
          <p:nvPr/>
        </p:nvSpPr>
        <p:spPr>
          <a:xfrm>
            <a:off x="10588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7" name="Line"/>
          <p:cNvSpPr/>
          <p:nvPr/>
        </p:nvSpPr>
        <p:spPr>
          <a:xfrm>
            <a:off x="11160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8" name="Line"/>
          <p:cNvSpPr/>
          <p:nvPr/>
        </p:nvSpPr>
        <p:spPr>
          <a:xfrm>
            <a:off x="949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9" name="Line"/>
          <p:cNvSpPr/>
          <p:nvPr/>
        </p:nvSpPr>
        <p:spPr>
          <a:xfrm>
            <a:off x="1508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50" name="Line"/>
          <p:cNvSpPr/>
          <p:nvPr/>
        </p:nvSpPr>
        <p:spPr>
          <a:xfrm>
            <a:off x="2079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51" name="Line"/>
          <p:cNvSpPr/>
          <p:nvPr/>
        </p:nvSpPr>
        <p:spPr>
          <a:xfrm>
            <a:off x="2638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52" name="Line"/>
          <p:cNvSpPr/>
          <p:nvPr/>
        </p:nvSpPr>
        <p:spPr>
          <a:xfrm>
            <a:off x="3209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53" name="adjust"/>
          <p:cNvSpPr/>
          <p:nvPr/>
        </p:nvSpPr>
        <p:spPr>
          <a:xfrm>
            <a:off x="52813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54" name="adjust"/>
          <p:cNvSpPr/>
          <p:nvPr/>
        </p:nvSpPr>
        <p:spPr>
          <a:xfrm>
            <a:off x="30080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55" name="adjust"/>
          <p:cNvSpPr/>
          <p:nvPr/>
        </p:nvSpPr>
        <p:spPr>
          <a:xfrm>
            <a:off x="7474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56" name="Line"/>
          <p:cNvSpPr/>
          <p:nvPr/>
        </p:nvSpPr>
        <p:spPr>
          <a:xfrm>
            <a:off x="11718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57" name="0"/>
          <p:cNvSpPr txBox="1"/>
          <p:nvPr/>
        </p:nvSpPr>
        <p:spPr>
          <a:xfrm>
            <a:off x="12151980" y="16763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58" name="Line"/>
          <p:cNvSpPr/>
          <p:nvPr/>
        </p:nvSpPr>
        <p:spPr>
          <a:xfrm>
            <a:off x="381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59" name="Line"/>
          <p:cNvSpPr/>
          <p:nvPr/>
        </p:nvSpPr>
        <p:spPr>
          <a:xfrm>
            <a:off x="4391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0" name="Line"/>
          <p:cNvSpPr/>
          <p:nvPr/>
        </p:nvSpPr>
        <p:spPr>
          <a:xfrm>
            <a:off x="495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1" name="Line"/>
          <p:cNvSpPr/>
          <p:nvPr/>
        </p:nvSpPr>
        <p:spPr>
          <a:xfrm>
            <a:off x="552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2" name="Line"/>
          <p:cNvSpPr/>
          <p:nvPr/>
        </p:nvSpPr>
        <p:spPr>
          <a:xfrm>
            <a:off x="60805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3" name="Line"/>
          <p:cNvSpPr/>
          <p:nvPr/>
        </p:nvSpPr>
        <p:spPr>
          <a:xfrm>
            <a:off x="66520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4" name="Line"/>
          <p:cNvSpPr/>
          <p:nvPr/>
        </p:nvSpPr>
        <p:spPr>
          <a:xfrm>
            <a:off x="7198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5" name="Line"/>
          <p:cNvSpPr/>
          <p:nvPr/>
        </p:nvSpPr>
        <p:spPr>
          <a:xfrm>
            <a:off x="77696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6" name="Line"/>
          <p:cNvSpPr/>
          <p:nvPr/>
        </p:nvSpPr>
        <p:spPr>
          <a:xfrm>
            <a:off x="8341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7" name="Line"/>
          <p:cNvSpPr/>
          <p:nvPr/>
        </p:nvSpPr>
        <p:spPr>
          <a:xfrm>
            <a:off x="889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8" name="Line"/>
          <p:cNvSpPr/>
          <p:nvPr/>
        </p:nvSpPr>
        <p:spPr>
          <a:xfrm>
            <a:off x="9475391" y="2920095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9" name="Line"/>
          <p:cNvSpPr/>
          <p:nvPr/>
        </p:nvSpPr>
        <p:spPr>
          <a:xfrm>
            <a:off x="1003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0" name="Line"/>
          <p:cNvSpPr/>
          <p:nvPr/>
        </p:nvSpPr>
        <p:spPr>
          <a:xfrm>
            <a:off x="1060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1" name="Line"/>
          <p:cNvSpPr/>
          <p:nvPr/>
        </p:nvSpPr>
        <p:spPr>
          <a:xfrm>
            <a:off x="11172350" y="2920095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2" name="Line"/>
          <p:cNvSpPr/>
          <p:nvPr/>
        </p:nvSpPr>
        <p:spPr>
          <a:xfrm>
            <a:off x="975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3" name="Line"/>
          <p:cNvSpPr/>
          <p:nvPr/>
        </p:nvSpPr>
        <p:spPr>
          <a:xfrm>
            <a:off x="1533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4" name="Line"/>
          <p:cNvSpPr/>
          <p:nvPr/>
        </p:nvSpPr>
        <p:spPr>
          <a:xfrm>
            <a:off x="2105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5" name="Line"/>
          <p:cNvSpPr/>
          <p:nvPr/>
        </p:nvSpPr>
        <p:spPr>
          <a:xfrm>
            <a:off x="2664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6" name="Line"/>
          <p:cNvSpPr/>
          <p:nvPr/>
        </p:nvSpPr>
        <p:spPr>
          <a:xfrm>
            <a:off x="3235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7" name="adjust"/>
          <p:cNvSpPr/>
          <p:nvPr/>
        </p:nvSpPr>
        <p:spPr>
          <a:xfrm>
            <a:off x="53071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78" name="adjust"/>
          <p:cNvSpPr/>
          <p:nvPr/>
        </p:nvSpPr>
        <p:spPr>
          <a:xfrm>
            <a:off x="30338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79" name="adjust"/>
          <p:cNvSpPr/>
          <p:nvPr/>
        </p:nvSpPr>
        <p:spPr>
          <a:xfrm>
            <a:off x="7732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80" name="Line"/>
          <p:cNvSpPr/>
          <p:nvPr/>
        </p:nvSpPr>
        <p:spPr>
          <a:xfrm>
            <a:off x="11744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1" name="0"/>
          <p:cNvSpPr txBox="1"/>
          <p:nvPr/>
        </p:nvSpPr>
        <p:spPr>
          <a:xfrm>
            <a:off x="12177805" y="25780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82" name="Line"/>
          <p:cNvSpPr/>
          <p:nvPr/>
        </p:nvSpPr>
        <p:spPr>
          <a:xfrm>
            <a:off x="3819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3" name="Line"/>
          <p:cNvSpPr/>
          <p:nvPr/>
        </p:nvSpPr>
        <p:spPr>
          <a:xfrm>
            <a:off x="4390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4" name="Line"/>
          <p:cNvSpPr/>
          <p:nvPr/>
        </p:nvSpPr>
        <p:spPr>
          <a:xfrm>
            <a:off x="4949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5" name="Line"/>
          <p:cNvSpPr/>
          <p:nvPr/>
        </p:nvSpPr>
        <p:spPr>
          <a:xfrm>
            <a:off x="5521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6" name="Line"/>
          <p:cNvSpPr/>
          <p:nvPr/>
        </p:nvSpPr>
        <p:spPr>
          <a:xfrm>
            <a:off x="60800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7" name="Line"/>
          <p:cNvSpPr/>
          <p:nvPr/>
        </p:nvSpPr>
        <p:spPr>
          <a:xfrm>
            <a:off x="66515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8" name="Line"/>
          <p:cNvSpPr/>
          <p:nvPr/>
        </p:nvSpPr>
        <p:spPr>
          <a:xfrm>
            <a:off x="9746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9" name="Line"/>
          <p:cNvSpPr/>
          <p:nvPr/>
        </p:nvSpPr>
        <p:spPr>
          <a:xfrm>
            <a:off x="1533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90" name="Line"/>
          <p:cNvSpPr/>
          <p:nvPr/>
        </p:nvSpPr>
        <p:spPr>
          <a:xfrm>
            <a:off x="2104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91" name="Line"/>
          <p:cNvSpPr/>
          <p:nvPr/>
        </p:nvSpPr>
        <p:spPr>
          <a:xfrm>
            <a:off x="2663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92" name="Line"/>
          <p:cNvSpPr/>
          <p:nvPr/>
        </p:nvSpPr>
        <p:spPr>
          <a:xfrm>
            <a:off x="3235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93" name="adjust"/>
          <p:cNvSpPr/>
          <p:nvPr/>
        </p:nvSpPr>
        <p:spPr>
          <a:xfrm>
            <a:off x="53067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94" name="adjust"/>
          <p:cNvSpPr/>
          <p:nvPr/>
        </p:nvSpPr>
        <p:spPr>
          <a:xfrm>
            <a:off x="30334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95" name="adjust"/>
          <p:cNvSpPr/>
          <p:nvPr/>
        </p:nvSpPr>
        <p:spPr>
          <a:xfrm>
            <a:off x="7728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96" name="Line"/>
          <p:cNvSpPr/>
          <p:nvPr/>
        </p:nvSpPr>
        <p:spPr>
          <a:xfrm>
            <a:off x="11744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97" name="0"/>
          <p:cNvSpPr txBox="1"/>
          <p:nvPr/>
        </p:nvSpPr>
        <p:spPr>
          <a:xfrm>
            <a:off x="12177380" y="34797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98" name="Line"/>
          <p:cNvSpPr/>
          <p:nvPr/>
        </p:nvSpPr>
        <p:spPr>
          <a:xfrm>
            <a:off x="3832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99" name="Line"/>
          <p:cNvSpPr/>
          <p:nvPr/>
        </p:nvSpPr>
        <p:spPr>
          <a:xfrm>
            <a:off x="4403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0" name="Line"/>
          <p:cNvSpPr/>
          <p:nvPr/>
        </p:nvSpPr>
        <p:spPr>
          <a:xfrm>
            <a:off x="4962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1" name="Line"/>
          <p:cNvSpPr/>
          <p:nvPr/>
        </p:nvSpPr>
        <p:spPr>
          <a:xfrm>
            <a:off x="5533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2" name="Line"/>
          <p:cNvSpPr/>
          <p:nvPr/>
        </p:nvSpPr>
        <p:spPr>
          <a:xfrm>
            <a:off x="60927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3" name="Line"/>
          <p:cNvSpPr/>
          <p:nvPr/>
        </p:nvSpPr>
        <p:spPr>
          <a:xfrm>
            <a:off x="66642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4" name="Line"/>
          <p:cNvSpPr/>
          <p:nvPr/>
        </p:nvSpPr>
        <p:spPr>
          <a:xfrm>
            <a:off x="9873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5" name="Line"/>
          <p:cNvSpPr/>
          <p:nvPr/>
        </p:nvSpPr>
        <p:spPr>
          <a:xfrm>
            <a:off x="1546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6" name="Line"/>
          <p:cNvSpPr/>
          <p:nvPr/>
        </p:nvSpPr>
        <p:spPr>
          <a:xfrm>
            <a:off x="2117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7" name="Line"/>
          <p:cNvSpPr/>
          <p:nvPr/>
        </p:nvSpPr>
        <p:spPr>
          <a:xfrm>
            <a:off x="2676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8" name="Line"/>
          <p:cNvSpPr/>
          <p:nvPr/>
        </p:nvSpPr>
        <p:spPr>
          <a:xfrm>
            <a:off x="3247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9" name="adjust"/>
          <p:cNvSpPr/>
          <p:nvPr/>
        </p:nvSpPr>
        <p:spPr>
          <a:xfrm>
            <a:off x="53194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10" name="adjust"/>
          <p:cNvSpPr/>
          <p:nvPr/>
        </p:nvSpPr>
        <p:spPr>
          <a:xfrm>
            <a:off x="30461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11" name="adjust"/>
          <p:cNvSpPr/>
          <p:nvPr/>
        </p:nvSpPr>
        <p:spPr>
          <a:xfrm>
            <a:off x="7855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12" name="Line"/>
          <p:cNvSpPr/>
          <p:nvPr/>
        </p:nvSpPr>
        <p:spPr>
          <a:xfrm>
            <a:off x="11756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13" name="0"/>
          <p:cNvSpPr txBox="1"/>
          <p:nvPr/>
        </p:nvSpPr>
        <p:spPr>
          <a:xfrm>
            <a:off x="12190080" y="43878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14" name="Line"/>
          <p:cNvSpPr/>
          <p:nvPr/>
        </p:nvSpPr>
        <p:spPr>
          <a:xfrm>
            <a:off x="3832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15" name="Line"/>
          <p:cNvSpPr/>
          <p:nvPr/>
        </p:nvSpPr>
        <p:spPr>
          <a:xfrm>
            <a:off x="4403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16" name="Line"/>
          <p:cNvSpPr/>
          <p:nvPr/>
        </p:nvSpPr>
        <p:spPr>
          <a:xfrm>
            <a:off x="4962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17" name="Line"/>
          <p:cNvSpPr/>
          <p:nvPr/>
        </p:nvSpPr>
        <p:spPr>
          <a:xfrm>
            <a:off x="5533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18" name="Line"/>
          <p:cNvSpPr/>
          <p:nvPr/>
        </p:nvSpPr>
        <p:spPr>
          <a:xfrm>
            <a:off x="60927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19" name="Line"/>
          <p:cNvSpPr/>
          <p:nvPr/>
        </p:nvSpPr>
        <p:spPr>
          <a:xfrm>
            <a:off x="66642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0" name="Line"/>
          <p:cNvSpPr/>
          <p:nvPr/>
        </p:nvSpPr>
        <p:spPr>
          <a:xfrm>
            <a:off x="9873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1" name="Line"/>
          <p:cNvSpPr/>
          <p:nvPr/>
        </p:nvSpPr>
        <p:spPr>
          <a:xfrm>
            <a:off x="1546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2" name="Line"/>
          <p:cNvSpPr/>
          <p:nvPr/>
        </p:nvSpPr>
        <p:spPr>
          <a:xfrm>
            <a:off x="2117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3" name="Line"/>
          <p:cNvSpPr/>
          <p:nvPr/>
        </p:nvSpPr>
        <p:spPr>
          <a:xfrm>
            <a:off x="2676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4" name="Line"/>
          <p:cNvSpPr/>
          <p:nvPr/>
        </p:nvSpPr>
        <p:spPr>
          <a:xfrm>
            <a:off x="3247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5" name="adjust"/>
          <p:cNvSpPr/>
          <p:nvPr/>
        </p:nvSpPr>
        <p:spPr>
          <a:xfrm>
            <a:off x="53194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26" name="adjust"/>
          <p:cNvSpPr/>
          <p:nvPr/>
        </p:nvSpPr>
        <p:spPr>
          <a:xfrm>
            <a:off x="30461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27" name="adjust"/>
          <p:cNvSpPr/>
          <p:nvPr/>
        </p:nvSpPr>
        <p:spPr>
          <a:xfrm>
            <a:off x="7855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28" name="Line"/>
          <p:cNvSpPr/>
          <p:nvPr/>
        </p:nvSpPr>
        <p:spPr>
          <a:xfrm>
            <a:off x="3819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9" name="Line"/>
          <p:cNvSpPr/>
          <p:nvPr/>
        </p:nvSpPr>
        <p:spPr>
          <a:xfrm>
            <a:off x="4390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0" name="Line"/>
          <p:cNvSpPr/>
          <p:nvPr/>
        </p:nvSpPr>
        <p:spPr>
          <a:xfrm>
            <a:off x="4949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1" name="Line"/>
          <p:cNvSpPr/>
          <p:nvPr/>
        </p:nvSpPr>
        <p:spPr>
          <a:xfrm>
            <a:off x="5521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2" name="Line"/>
          <p:cNvSpPr/>
          <p:nvPr/>
        </p:nvSpPr>
        <p:spPr>
          <a:xfrm>
            <a:off x="60800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3" name="Line"/>
          <p:cNvSpPr/>
          <p:nvPr/>
        </p:nvSpPr>
        <p:spPr>
          <a:xfrm>
            <a:off x="66515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4" name="Line"/>
          <p:cNvSpPr/>
          <p:nvPr/>
        </p:nvSpPr>
        <p:spPr>
          <a:xfrm>
            <a:off x="9746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5" name="Line"/>
          <p:cNvSpPr/>
          <p:nvPr/>
        </p:nvSpPr>
        <p:spPr>
          <a:xfrm>
            <a:off x="1533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6" name="Line"/>
          <p:cNvSpPr/>
          <p:nvPr/>
        </p:nvSpPr>
        <p:spPr>
          <a:xfrm>
            <a:off x="2104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7" name="Line"/>
          <p:cNvSpPr/>
          <p:nvPr/>
        </p:nvSpPr>
        <p:spPr>
          <a:xfrm>
            <a:off x="2663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8" name="Line"/>
          <p:cNvSpPr/>
          <p:nvPr/>
        </p:nvSpPr>
        <p:spPr>
          <a:xfrm>
            <a:off x="3235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9" name="adjust"/>
          <p:cNvSpPr/>
          <p:nvPr/>
        </p:nvSpPr>
        <p:spPr>
          <a:xfrm>
            <a:off x="53067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40" name="adjust"/>
          <p:cNvSpPr/>
          <p:nvPr/>
        </p:nvSpPr>
        <p:spPr>
          <a:xfrm>
            <a:off x="30334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41" name="adjust"/>
          <p:cNvSpPr/>
          <p:nvPr/>
        </p:nvSpPr>
        <p:spPr>
          <a:xfrm>
            <a:off x="7728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42" name="0"/>
          <p:cNvSpPr txBox="1"/>
          <p:nvPr/>
        </p:nvSpPr>
        <p:spPr>
          <a:xfrm>
            <a:off x="70459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3" name="0"/>
          <p:cNvSpPr txBox="1"/>
          <p:nvPr/>
        </p:nvSpPr>
        <p:spPr>
          <a:xfrm>
            <a:off x="648292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4" name="0"/>
          <p:cNvSpPr txBox="1"/>
          <p:nvPr/>
        </p:nvSpPr>
        <p:spPr>
          <a:xfrm>
            <a:off x="5928443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5" name="0"/>
          <p:cNvSpPr txBox="1"/>
          <p:nvPr/>
        </p:nvSpPr>
        <p:spPr>
          <a:xfrm>
            <a:off x="53568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6" name="0"/>
          <p:cNvSpPr txBox="1"/>
          <p:nvPr/>
        </p:nvSpPr>
        <p:spPr>
          <a:xfrm>
            <a:off x="47874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7" name="0"/>
          <p:cNvSpPr txBox="1"/>
          <p:nvPr/>
        </p:nvSpPr>
        <p:spPr>
          <a:xfrm>
            <a:off x="422445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8" name="0"/>
          <p:cNvSpPr txBox="1"/>
          <p:nvPr/>
        </p:nvSpPr>
        <p:spPr>
          <a:xfrm>
            <a:off x="3669974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9" name="0"/>
          <p:cNvSpPr txBox="1"/>
          <p:nvPr/>
        </p:nvSpPr>
        <p:spPr>
          <a:xfrm>
            <a:off x="30729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50" name="0"/>
          <p:cNvSpPr txBox="1"/>
          <p:nvPr/>
        </p:nvSpPr>
        <p:spPr>
          <a:xfrm>
            <a:off x="250995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51" name="0"/>
          <p:cNvSpPr txBox="1"/>
          <p:nvPr/>
        </p:nvSpPr>
        <p:spPr>
          <a:xfrm>
            <a:off x="1955474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52" name="0"/>
          <p:cNvSpPr txBox="1"/>
          <p:nvPr/>
        </p:nvSpPr>
        <p:spPr>
          <a:xfrm>
            <a:off x="13838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53" name="Line"/>
          <p:cNvSpPr/>
          <p:nvPr/>
        </p:nvSpPr>
        <p:spPr>
          <a:xfrm>
            <a:off x="3833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54" name="Line"/>
          <p:cNvSpPr/>
          <p:nvPr/>
        </p:nvSpPr>
        <p:spPr>
          <a:xfrm>
            <a:off x="4405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55" name="Line"/>
          <p:cNvSpPr/>
          <p:nvPr/>
        </p:nvSpPr>
        <p:spPr>
          <a:xfrm>
            <a:off x="4963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56" name="Line"/>
          <p:cNvSpPr/>
          <p:nvPr/>
        </p:nvSpPr>
        <p:spPr>
          <a:xfrm>
            <a:off x="5535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57" name="Line"/>
          <p:cNvSpPr/>
          <p:nvPr/>
        </p:nvSpPr>
        <p:spPr>
          <a:xfrm>
            <a:off x="60942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58" name="Line"/>
          <p:cNvSpPr/>
          <p:nvPr/>
        </p:nvSpPr>
        <p:spPr>
          <a:xfrm>
            <a:off x="66657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59" name="Line"/>
          <p:cNvSpPr/>
          <p:nvPr/>
        </p:nvSpPr>
        <p:spPr>
          <a:xfrm>
            <a:off x="9888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0" name="Line"/>
          <p:cNvSpPr/>
          <p:nvPr/>
        </p:nvSpPr>
        <p:spPr>
          <a:xfrm>
            <a:off x="1547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1" name="Line"/>
          <p:cNvSpPr/>
          <p:nvPr/>
        </p:nvSpPr>
        <p:spPr>
          <a:xfrm>
            <a:off x="2119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2" name="Line"/>
          <p:cNvSpPr/>
          <p:nvPr/>
        </p:nvSpPr>
        <p:spPr>
          <a:xfrm>
            <a:off x="2677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3" name="Line"/>
          <p:cNvSpPr/>
          <p:nvPr/>
        </p:nvSpPr>
        <p:spPr>
          <a:xfrm>
            <a:off x="3249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4" name="adjust"/>
          <p:cNvSpPr/>
          <p:nvPr/>
        </p:nvSpPr>
        <p:spPr>
          <a:xfrm>
            <a:off x="53209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65" name="adjust"/>
          <p:cNvSpPr/>
          <p:nvPr/>
        </p:nvSpPr>
        <p:spPr>
          <a:xfrm>
            <a:off x="30476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66" name="adjust"/>
          <p:cNvSpPr/>
          <p:nvPr/>
        </p:nvSpPr>
        <p:spPr>
          <a:xfrm>
            <a:off x="7870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67" name="Line"/>
          <p:cNvSpPr/>
          <p:nvPr/>
        </p:nvSpPr>
        <p:spPr>
          <a:xfrm>
            <a:off x="3252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8" name="Line"/>
          <p:cNvSpPr/>
          <p:nvPr/>
        </p:nvSpPr>
        <p:spPr>
          <a:xfrm>
            <a:off x="3823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9" name="Line"/>
          <p:cNvSpPr/>
          <p:nvPr/>
        </p:nvSpPr>
        <p:spPr>
          <a:xfrm>
            <a:off x="4382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0" name="Line"/>
          <p:cNvSpPr/>
          <p:nvPr/>
        </p:nvSpPr>
        <p:spPr>
          <a:xfrm>
            <a:off x="4954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1" name="Line"/>
          <p:cNvSpPr/>
          <p:nvPr/>
        </p:nvSpPr>
        <p:spPr>
          <a:xfrm>
            <a:off x="55128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2" name="Line"/>
          <p:cNvSpPr/>
          <p:nvPr/>
        </p:nvSpPr>
        <p:spPr>
          <a:xfrm>
            <a:off x="60843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3" name="Line"/>
          <p:cNvSpPr/>
          <p:nvPr/>
        </p:nvSpPr>
        <p:spPr>
          <a:xfrm>
            <a:off x="6643197" y="8319404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4" name="Line"/>
          <p:cNvSpPr/>
          <p:nvPr/>
        </p:nvSpPr>
        <p:spPr>
          <a:xfrm>
            <a:off x="966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5" name="Line"/>
          <p:cNvSpPr/>
          <p:nvPr/>
        </p:nvSpPr>
        <p:spPr>
          <a:xfrm>
            <a:off x="1537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6" name="Line"/>
          <p:cNvSpPr/>
          <p:nvPr/>
        </p:nvSpPr>
        <p:spPr>
          <a:xfrm>
            <a:off x="2096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7" name="Line"/>
          <p:cNvSpPr/>
          <p:nvPr/>
        </p:nvSpPr>
        <p:spPr>
          <a:xfrm>
            <a:off x="2668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8" name="BCD[0]"/>
          <p:cNvSpPr/>
          <p:nvPr/>
        </p:nvSpPr>
        <p:spPr>
          <a:xfrm>
            <a:off x="53257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BCD[0]</a:t>
            </a:r>
          </a:p>
        </p:txBody>
      </p:sp>
      <p:sp>
        <p:nvSpPr>
          <p:cNvPr id="1579" name="BCD[1]"/>
          <p:cNvSpPr/>
          <p:nvPr/>
        </p:nvSpPr>
        <p:spPr>
          <a:xfrm>
            <a:off x="30524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BCD[1]</a:t>
            </a:r>
          </a:p>
        </p:txBody>
      </p:sp>
      <p:sp>
        <p:nvSpPr>
          <p:cNvPr id="1580" name="BCD[2]"/>
          <p:cNvSpPr/>
          <p:nvPr/>
        </p:nvSpPr>
        <p:spPr>
          <a:xfrm>
            <a:off x="7918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BCD[2]</a:t>
            </a:r>
          </a:p>
        </p:txBody>
      </p:sp>
      <p:sp>
        <p:nvSpPr>
          <p:cNvPr id="1581" name="Line"/>
          <p:cNvSpPr/>
          <p:nvPr/>
        </p:nvSpPr>
        <p:spPr>
          <a:xfrm flipV="1">
            <a:off x="7758653" y="2469153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2" name="Line"/>
          <p:cNvSpPr/>
          <p:nvPr/>
        </p:nvSpPr>
        <p:spPr>
          <a:xfrm flipV="1">
            <a:off x="8338616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3" name="Line"/>
          <p:cNvSpPr/>
          <p:nvPr/>
        </p:nvSpPr>
        <p:spPr>
          <a:xfrm flipV="1">
            <a:off x="8904191" y="246815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4" name="Line"/>
          <p:cNvSpPr/>
          <p:nvPr/>
        </p:nvSpPr>
        <p:spPr>
          <a:xfrm flipV="1">
            <a:off x="9464995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5" name="Line"/>
          <p:cNvSpPr/>
          <p:nvPr/>
        </p:nvSpPr>
        <p:spPr>
          <a:xfrm flipV="1">
            <a:off x="10025233" y="24738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6" name="Line"/>
          <p:cNvSpPr/>
          <p:nvPr/>
        </p:nvSpPr>
        <p:spPr>
          <a:xfrm flipV="1">
            <a:off x="10592496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7" name="Line"/>
          <p:cNvSpPr/>
          <p:nvPr/>
        </p:nvSpPr>
        <p:spPr>
          <a:xfrm flipV="1">
            <a:off x="11170770" y="2472872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8" name="Line"/>
          <p:cNvSpPr/>
          <p:nvPr/>
        </p:nvSpPr>
        <p:spPr>
          <a:xfrm flipV="1">
            <a:off x="11718875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9" name="Line"/>
          <p:cNvSpPr/>
          <p:nvPr/>
        </p:nvSpPr>
        <p:spPr>
          <a:xfrm>
            <a:off x="7204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0" name="Line"/>
          <p:cNvSpPr/>
          <p:nvPr/>
        </p:nvSpPr>
        <p:spPr>
          <a:xfrm>
            <a:off x="77761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1" name="Line"/>
          <p:cNvSpPr/>
          <p:nvPr/>
        </p:nvSpPr>
        <p:spPr>
          <a:xfrm>
            <a:off x="8347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2" name="Line"/>
          <p:cNvSpPr/>
          <p:nvPr/>
        </p:nvSpPr>
        <p:spPr>
          <a:xfrm>
            <a:off x="89064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3" name="Line"/>
          <p:cNvSpPr/>
          <p:nvPr/>
        </p:nvSpPr>
        <p:spPr>
          <a:xfrm>
            <a:off x="9481899" y="3815898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4" name="Line"/>
          <p:cNvSpPr/>
          <p:nvPr/>
        </p:nvSpPr>
        <p:spPr>
          <a:xfrm>
            <a:off x="100367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5" name="Line"/>
          <p:cNvSpPr/>
          <p:nvPr/>
        </p:nvSpPr>
        <p:spPr>
          <a:xfrm>
            <a:off x="106082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6" name="Line"/>
          <p:cNvSpPr/>
          <p:nvPr/>
        </p:nvSpPr>
        <p:spPr>
          <a:xfrm>
            <a:off x="11178858" y="3815898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7" name="Line"/>
          <p:cNvSpPr/>
          <p:nvPr/>
        </p:nvSpPr>
        <p:spPr>
          <a:xfrm flipV="1">
            <a:off x="7765161" y="336495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8" name="Line"/>
          <p:cNvSpPr/>
          <p:nvPr/>
        </p:nvSpPr>
        <p:spPr>
          <a:xfrm flipV="1">
            <a:off x="834512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9" name="Line"/>
          <p:cNvSpPr/>
          <p:nvPr/>
        </p:nvSpPr>
        <p:spPr>
          <a:xfrm flipV="1">
            <a:off x="8910699" y="336395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0" name="Line"/>
          <p:cNvSpPr/>
          <p:nvPr/>
        </p:nvSpPr>
        <p:spPr>
          <a:xfrm flipV="1">
            <a:off x="947150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1" name="Line"/>
          <p:cNvSpPr/>
          <p:nvPr/>
        </p:nvSpPr>
        <p:spPr>
          <a:xfrm flipV="1">
            <a:off x="10031741" y="33696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2" name="Line"/>
          <p:cNvSpPr/>
          <p:nvPr/>
        </p:nvSpPr>
        <p:spPr>
          <a:xfrm flipV="1">
            <a:off x="10599004" y="3373391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3" name="Line"/>
          <p:cNvSpPr/>
          <p:nvPr/>
        </p:nvSpPr>
        <p:spPr>
          <a:xfrm flipV="1">
            <a:off x="11177279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4" name="Line"/>
          <p:cNvSpPr/>
          <p:nvPr/>
        </p:nvSpPr>
        <p:spPr>
          <a:xfrm flipV="1">
            <a:off x="11725383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5" name="Line"/>
          <p:cNvSpPr/>
          <p:nvPr/>
        </p:nvSpPr>
        <p:spPr>
          <a:xfrm>
            <a:off x="7219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6" name="Line"/>
          <p:cNvSpPr/>
          <p:nvPr/>
        </p:nvSpPr>
        <p:spPr>
          <a:xfrm>
            <a:off x="77906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7" name="Line"/>
          <p:cNvSpPr/>
          <p:nvPr/>
        </p:nvSpPr>
        <p:spPr>
          <a:xfrm>
            <a:off x="8362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8" name="Line"/>
          <p:cNvSpPr/>
          <p:nvPr/>
        </p:nvSpPr>
        <p:spPr>
          <a:xfrm>
            <a:off x="89209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9" name="Line"/>
          <p:cNvSpPr/>
          <p:nvPr/>
        </p:nvSpPr>
        <p:spPr>
          <a:xfrm>
            <a:off x="9496436" y="4722396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0" name="Line"/>
          <p:cNvSpPr/>
          <p:nvPr/>
        </p:nvSpPr>
        <p:spPr>
          <a:xfrm>
            <a:off x="100512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1" name="Line"/>
          <p:cNvSpPr/>
          <p:nvPr/>
        </p:nvSpPr>
        <p:spPr>
          <a:xfrm>
            <a:off x="106227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2" name="Line"/>
          <p:cNvSpPr/>
          <p:nvPr/>
        </p:nvSpPr>
        <p:spPr>
          <a:xfrm>
            <a:off x="11193395" y="4722396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3" name="Line"/>
          <p:cNvSpPr/>
          <p:nvPr/>
        </p:nvSpPr>
        <p:spPr>
          <a:xfrm flipV="1">
            <a:off x="7779698" y="427145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4" name="Line"/>
          <p:cNvSpPr/>
          <p:nvPr/>
        </p:nvSpPr>
        <p:spPr>
          <a:xfrm flipV="1">
            <a:off x="834696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5" name="Line"/>
          <p:cNvSpPr/>
          <p:nvPr/>
        </p:nvSpPr>
        <p:spPr>
          <a:xfrm flipV="1">
            <a:off x="8925236" y="427045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6" name="Line"/>
          <p:cNvSpPr/>
          <p:nvPr/>
        </p:nvSpPr>
        <p:spPr>
          <a:xfrm flipV="1">
            <a:off x="948604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7" name="Line"/>
          <p:cNvSpPr/>
          <p:nvPr/>
        </p:nvSpPr>
        <p:spPr>
          <a:xfrm flipV="1">
            <a:off x="10046278" y="4276170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8" name="Line"/>
          <p:cNvSpPr/>
          <p:nvPr/>
        </p:nvSpPr>
        <p:spPr>
          <a:xfrm flipV="1">
            <a:off x="10613541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9" name="Line"/>
          <p:cNvSpPr/>
          <p:nvPr/>
        </p:nvSpPr>
        <p:spPr>
          <a:xfrm flipV="1">
            <a:off x="11191816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0" name="Line"/>
          <p:cNvSpPr/>
          <p:nvPr/>
        </p:nvSpPr>
        <p:spPr>
          <a:xfrm flipV="1">
            <a:off x="11739920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1" name="Line"/>
          <p:cNvSpPr/>
          <p:nvPr/>
        </p:nvSpPr>
        <p:spPr>
          <a:xfrm>
            <a:off x="7221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2" name="Line"/>
          <p:cNvSpPr/>
          <p:nvPr/>
        </p:nvSpPr>
        <p:spPr>
          <a:xfrm>
            <a:off x="77929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3" name="Line"/>
          <p:cNvSpPr/>
          <p:nvPr/>
        </p:nvSpPr>
        <p:spPr>
          <a:xfrm>
            <a:off x="8364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4" name="Line"/>
          <p:cNvSpPr/>
          <p:nvPr/>
        </p:nvSpPr>
        <p:spPr>
          <a:xfrm>
            <a:off x="89232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5" name="Line"/>
          <p:cNvSpPr/>
          <p:nvPr/>
        </p:nvSpPr>
        <p:spPr>
          <a:xfrm>
            <a:off x="9498732" y="5629912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6" name="Line"/>
          <p:cNvSpPr/>
          <p:nvPr/>
        </p:nvSpPr>
        <p:spPr>
          <a:xfrm>
            <a:off x="100535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7" name="Line"/>
          <p:cNvSpPr/>
          <p:nvPr/>
        </p:nvSpPr>
        <p:spPr>
          <a:xfrm>
            <a:off x="106250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8" name="Line"/>
          <p:cNvSpPr/>
          <p:nvPr/>
        </p:nvSpPr>
        <p:spPr>
          <a:xfrm>
            <a:off x="11195691" y="5629912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9" name="Line"/>
          <p:cNvSpPr/>
          <p:nvPr/>
        </p:nvSpPr>
        <p:spPr>
          <a:xfrm flipV="1">
            <a:off x="7781994" y="51789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0" name="Line"/>
          <p:cNvSpPr/>
          <p:nvPr/>
        </p:nvSpPr>
        <p:spPr>
          <a:xfrm flipV="1">
            <a:off x="836195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1" name="Line"/>
          <p:cNvSpPr/>
          <p:nvPr/>
        </p:nvSpPr>
        <p:spPr>
          <a:xfrm flipV="1">
            <a:off x="8927532" y="51779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2" name="Line"/>
          <p:cNvSpPr/>
          <p:nvPr/>
        </p:nvSpPr>
        <p:spPr>
          <a:xfrm flipV="1">
            <a:off x="9488337" y="5182689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3" name="Line"/>
          <p:cNvSpPr/>
          <p:nvPr/>
        </p:nvSpPr>
        <p:spPr>
          <a:xfrm flipV="1">
            <a:off x="10048574" y="51836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4" name="Line"/>
          <p:cNvSpPr/>
          <p:nvPr/>
        </p:nvSpPr>
        <p:spPr>
          <a:xfrm flipV="1">
            <a:off x="10615837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5" name="Line"/>
          <p:cNvSpPr/>
          <p:nvPr/>
        </p:nvSpPr>
        <p:spPr>
          <a:xfrm flipV="1">
            <a:off x="11194112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6" name="Line"/>
          <p:cNvSpPr/>
          <p:nvPr/>
        </p:nvSpPr>
        <p:spPr>
          <a:xfrm flipV="1">
            <a:off x="11742216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7" name="Line"/>
          <p:cNvSpPr/>
          <p:nvPr/>
        </p:nvSpPr>
        <p:spPr>
          <a:xfrm>
            <a:off x="7227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8" name="Line"/>
          <p:cNvSpPr/>
          <p:nvPr/>
        </p:nvSpPr>
        <p:spPr>
          <a:xfrm>
            <a:off x="77994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9" name="Line"/>
          <p:cNvSpPr/>
          <p:nvPr/>
        </p:nvSpPr>
        <p:spPr>
          <a:xfrm>
            <a:off x="8370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0" name="Line"/>
          <p:cNvSpPr/>
          <p:nvPr/>
        </p:nvSpPr>
        <p:spPr>
          <a:xfrm>
            <a:off x="89297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1" name="Line"/>
          <p:cNvSpPr/>
          <p:nvPr/>
        </p:nvSpPr>
        <p:spPr>
          <a:xfrm>
            <a:off x="9505240" y="6525714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2" name="Line"/>
          <p:cNvSpPr/>
          <p:nvPr/>
        </p:nvSpPr>
        <p:spPr>
          <a:xfrm>
            <a:off x="100600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3" name="Line"/>
          <p:cNvSpPr/>
          <p:nvPr/>
        </p:nvSpPr>
        <p:spPr>
          <a:xfrm>
            <a:off x="106315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4" name="Line"/>
          <p:cNvSpPr/>
          <p:nvPr/>
        </p:nvSpPr>
        <p:spPr>
          <a:xfrm>
            <a:off x="11214899" y="6525714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5" name="Line"/>
          <p:cNvSpPr/>
          <p:nvPr/>
        </p:nvSpPr>
        <p:spPr>
          <a:xfrm flipV="1">
            <a:off x="7788502" y="60747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6" name="Line"/>
          <p:cNvSpPr/>
          <p:nvPr/>
        </p:nvSpPr>
        <p:spPr>
          <a:xfrm flipV="1">
            <a:off x="836846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7" name="Line"/>
          <p:cNvSpPr/>
          <p:nvPr/>
        </p:nvSpPr>
        <p:spPr>
          <a:xfrm flipV="1">
            <a:off x="8934040" y="6073774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8" name="Line"/>
          <p:cNvSpPr/>
          <p:nvPr/>
        </p:nvSpPr>
        <p:spPr>
          <a:xfrm flipV="1">
            <a:off x="949484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9" name="Line"/>
          <p:cNvSpPr/>
          <p:nvPr/>
        </p:nvSpPr>
        <p:spPr>
          <a:xfrm flipV="1">
            <a:off x="10055082" y="607948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0" name="Line"/>
          <p:cNvSpPr/>
          <p:nvPr/>
        </p:nvSpPr>
        <p:spPr>
          <a:xfrm flipV="1">
            <a:off x="10622345" y="608320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1" name="Line"/>
          <p:cNvSpPr/>
          <p:nvPr/>
        </p:nvSpPr>
        <p:spPr>
          <a:xfrm flipV="1">
            <a:off x="11200620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2" name="Line"/>
          <p:cNvSpPr/>
          <p:nvPr/>
        </p:nvSpPr>
        <p:spPr>
          <a:xfrm>
            <a:off x="7242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3" name="Line"/>
          <p:cNvSpPr/>
          <p:nvPr/>
        </p:nvSpPr>
        <p:spPr>
          <a:xfrm>
            <a:off x="78139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4" name="Line"/>
          <p:cNvSpPr/>
          <p:nvPr/>
        </p:nvSpPr>
        <p:spPr>
          <a:xfrm>
            <a:off x="8385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5" name="Line"/>
          <p:cNvSpPr/>
          <p:nvPr/>
        </p:nvSpPr>
        <p:spPr>
          <a:xfrm>
            <a:off x="89442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6" name="Line"/>
          <p:cNvSpPr/>
          <p:nvPr/>
        </p:nvSpPr>
        <p:spPr>
          <a:xfrm>
            <a:off x="9519777" y="7432213"/>
            <a:ext cx="55069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7" name="Line"/>
          <p:cNvSpPr/>
          <p:nvPr/>
        </p:nvSpPr>
        <p:spPr>
          <a:xfrm>
            <a:off x="100745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8" name="Line"/>
          <p:cNvSpPr/>
          <p:nvPr/>
        </p:nvSpPr>
        <p:spPr>
          <a:xfrm>
            <a:off x="106460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9" name="Line"/>
          <p:cNvSpPr/>
          <p:nvPr/>
        </p:nvSpPr>
        <p:spPr>
          <a:xfrm>
            <a:off x="11229437" y="7432213"/>
            <a:ext cx="54283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0" name="Line"/>
          <p:cNvSpPr/>
          <p:nvPr/>
        </p:nvSpPr>
        <p:spPr>
          <a:xfrm flipV="1">
            <a:off x="7803040" y="69812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1" name="Line"/>
          <p:cNvSpPr/>
          <p:nvPr/>
        </p:nvSpPr>
        <p:spPr>
          <a:xfrm flipV="1">
            <a:off x="8370303" y="6984989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2" name="Line"/>
          <p:cNvSpPr/>
          <p:nvPr/>
        </p:nvSpPr>
        <p:spPr>
          <a:xfrm flipV="1">
            <a:off x="8948577" y="69802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3" name="Line"/>
          <p:cNvSpPr/>
          <p:nvPr/>
        </p:nvSpPr>
        <p:spPr>
          <a:xfrm flipV="1">
            <a:off x="9509382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4" name="Line"/>
          <p:cNvSpPr/>
          <p:nvPr/>
        </p:nvSpPr>
        <p:spPr>
          <a:xfrm flipV="1">
            <a:off x="10069619" y="69859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5" name="Line"/>
          <p:cNvSpPr/>
          <p:nvPr/>
        </p:nvSpPr>
        <p:spPr>
          <a:xfrm flipV="1">
            <a:off x="10636882" y="698970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6" name="Line"/>
          <p:cNvSpPr/>
          <p:nvPr/>
        </p:nvSpPr>
        <p:spPr>
          <a:xfrm flipV="1">
            <a:off x="11215157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7" name="Line"/>
          <p:cNvSpPr/>
          <p:nvPr/>
        </p:nvSpPr>
        <p:spPr>
          <a:xfrm>
            <a:off x="7250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8" name="Line"/>
          <p:cNvSpPr/>
          <p:nvPr/>
        </p:nvSpPr>
        <p:spPr>
          <a:xfrm>
            <a:off x="78223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9" name="Line"/>
          <p:cNvSpPr/>
          <p:nvPr/>
        </p:nvSpPr>
        <p:spPr>
          <a:xfrm>
            <a:off x="8393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0" name="Line"/>
          <p:cNvSpPr/>
          <p:nvPr/>
        </p:nvSpPr>
        <p:spPr>
          <a:xfrm>
            <a:off x="89526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1" name="Line"/>
          <p:cNvSpPr/>
          <p:nvPr/>
        </p:nvSpPr>
        <p:spPr>
          <a:xfrm>
            <a:off x="9528132" y="8332289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2" name="Line"/>
          <p:cNvSpPr/>
          <p:nvPr/>
        </p:nvSpPr>
        <p:spPr>
          <a:xfrm>
            <a:off x="100829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3" name="Line"/>
          <p:cNvSpPr/>
          <p:nvPr/>
        </p:nvSpPr>
        <p:spPr>
          <a:xfrm>
            <a:off x="106544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4" name="Line"/>
          <p:cNvSpPr/>
          <p:nvPr/>
        </p:nvSpPr>
        <p:spPr>
          <a:xfrm>
            <a:off x="11237791" y="8332289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5" name="Line"/>
          <p:cNvSpPr/>
          <p:nvPr/>
        </p:nvSpPr>
        <p:spPr>
          <a:xfrm flipV="1">
            <a:off x="7811394" y="7881346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6" name="Line"/>
          <p:cNvSpPr/>
          <p:nvPr/>
        </p:nvSpPr>
        <p:spPr>
          <a:xfrm flipV="1">
            <a:off x="8378657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7" name="Line"/>
          <p:cNvSpPr/>
          <p:nvPr/>
        </p:nvSpPr>
        <p:spPr>
          <a:xfrm flipV="1">
            <a:off x="8956932" y="788034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8" name="Line"/>
          <p:cNvSpPr/>
          <p:nvPr/>
        </p:nvSpPr>
        <p:spPr>
          <a:xfrm flipV="1">
            <a:off x="9517736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9" name="Line"/>
          <p:cNvSpPr/>
          <p:nvPr/>
        </p:nvSpPr>
        <p:spPr>
          <a:xfrm flipV="1">
            <a:off x="10077974" y="788606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0" name="Line"/>
          <p:cNvSpPr/>
          <p:nvPr/>
        </p:nvSpPr>
        <p:spPr>
          <a:xfrm flipV="1">
            <a:off x="10645237" y="78897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1" name="Line"/>
          <p:cNvSpPr/>
          <p:nvPr/>
        </p:nvSpPr>
        <p:spPr>
          <a:xfrm flipV="1">
            <a:off x="11223511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2" name="Line"/>
          <p:cNvSpPr/>
          <p:nvPr/>
        </p:nvSpPr>
        <p:spPr>
          <a:xfrm>
            <a:off x="11768041" y="56315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3" name="0"/>
          <p:cNvSpPr txBox="1"/>
          <p:nvPr/>
        </p:nvSpPr>
        <p:spPr>
          <a:xfrm>
            <a:off x="12201146" y="52895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684" name="Line"/>
          <p:cNvSpPr/>
          <p:nvPr/>
        </p:nvSpPr>
        <p:spPr>
          <a:xfrm>
            <a:off x="11793866" y="65332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5" name="0"/>
          <p:cNvSpPr txBox="1"/>
          <p:nvPr/>
        </p:nvSpPr>
        <p:spPr>
          <a:xfrm>
            <a:off x="12226971" y="61912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686" name="Line"/>
          <p:cNvSpPr/>
          <p:nvPr/>
        </p:nvSpPr>
        <p:spPr>
          <a:xfrm>
            <a:off x="11793441" y="74349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7" name="0"/>
          <p:cNvSpPr txBox="1"/>
          <p:nvPr/>
        </p:nvSpPr>
        <p:spPr>
          <a:xfrm>
            <a:off x="12226546" y="70929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688" name="Line"/>
          <p:cNvSpPr/>
          <p:nvPr/>
        </p:nvSpPr>
        <p:spPr>
          <a:xfrm>
            <a:off x="11806141" y="83429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9" name="0"/>
          <p:cNvSpPr txBox="1"/>
          <p:nvPr/>
        </p:nvSpPr>
        <p:spPr>
          <a:xfrm>
            <a:off x="12239246" y="80009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690" name="Line"/>
          <p:cNvSpPr/>
          <p:nvPr/>
        </p:nvSpPr>
        <p:spPr>
          <a:xfrm flipV="1">
            <a:off x="11769675" y="60806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1" name="Line"/>
          <p:cNvSpPr/>
          <p:nvPr/>
        </p:nvSpPr>
        <p:spPr>
          <a:xfrm flipV="1">
            <a:off x="11784212" y="698716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2" name="Line"/>
          <p:cNvSpPr/>
          <p:nvPr/>
        </p:nvSpPr>
        <p:spPr>
          <a:xfrm flipV="1">
            <a:off x="11786508" y="78946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4" name="Line"/>
          <p:cNvSpPr/>
          <p:nvPr/>
        </p:nvSpPr>
        <p:spPr>
          <a:xfrm flipV="1">
            <a:off x="4933295" y="24591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5" name="Line"/>
          <p:cNvSpPr/>
          <p:nvPr/>
        </p:nvSpPr>
        <p:spPr>
          <a:xfrm flipV="1">
            <a:off x="5494100" y="24638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6" name="Line"/>
          <p:cNvSpPr/>
          <p:nvPr/>
        </p:nvSpPr>
        <p:spPr>
          <a:xfrm flipV="1">
            <a:off x="6054337" y="246487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7" name="Line"/>
          <p:cNvSpPr/>
          <p:nvPr/>
        </p:nvSpPr>
        <p:spPr>
          <a:xfrm flipV="1">
            <a:off x="6621600" y="246859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8" name="Line"/>
          <p:cNvSpPr/>
          <p:nvPr/>
        </p:nvSpPr>
        <p:spPr>
          <a:xfrm flipV="1">
            <a:off x="7199875" y="24638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9" name="Line"/>
          <p:cNvSpPr/>
          <p:nvPr/>
        </p:nvSpPr>
        <p:spPr>
          <a:xfrm flipV="1">
            <a:off x="4379576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0" name="Line"/>
          <p:cNvSpPr/>
          <p:nvPr/>
        </p:nvSpPr>
        <p:spPr>
          <a:xfrm flipV="1">
            <a:off x="4945151" y="336681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1" name="Line"/>
          <p:cNvSpPr/>
          <p:nvPr/>
        </p:nvSpPr>
        <p:spPr>
          <a:xfrm flipV="1">
            <a:off x="5505956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2" name="Line"/>
          <p:cNvSpPr/>
          <p:nvPr/>
        </p:nvSpPr>
        <p:spPr>
          <a:xfrm flipV="1">
            <a:off x="6066193" y="337252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3" name="Line"/>
          <p:cNvSpPr/>
          <p:nvPr/>
        </p:nvSpPr>
        <p:spPr>
          <a:xfrm flipV="1">
            <a:off x="6633456" y="337624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4" name="Line"/>
          <p:cNvSpPr/>
          <p:nvPr/>
        </p:nvSpPr>
        <p:spPr>
          <a:xfrm flipV="1">
            <a:off x="7211731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5" name="Line"/>
          <p:cNvSpPr/>
          <p:nvPr/>
        </p:nvSpPr>
        <p:spPr>
          <a:xfrm flipV="1">
            <a:off x="3811353" y="427666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6" name="Line"/>
          <p:cNvSpPr/>
          <p:nvPr/>
        </p:nvSpPr>
        <p:spPr>
          <a:xfrm flipV="1">
            <a:off x="4391316" y="42803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7" name="Line"/>
          <p:cNvSpPr/>
          <p:nvPr/>
        </p:nvSpPr>
        <p:spPr>
          <a:xfrm flipV="1">
            <a:off x="4956891" y="427566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8" name="Line"/>
          <p:cNvSpPr/>
          <p:nvPr/>
        </p:nvSpPr>
        <p:spPr>
          <a:xfrm flipV="1">
            <a:off x="3813463" y="520803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9" name="Line"/>
          <p:cNvSpPr/>
          <p:nvPr/>
        </p:nvSpPr>
        <p:spPr>
          <a:xfrm flipV="1">
            <a:off x="4393426" y="521175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0" name="Line"/>
          <p:cNvSpPr/>
          <p:nvPr/>
        </p:nvSpPr>
        <p:spPr>
          <a:xfrm flipV="1">
            <a:off x="4959001" y="5207041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1" name="Line"/>
          <p:cNvSpPr/>
          <p:nvPr/>
        </p:nvSpPr>
        <p:spPr>
          <a:xfrm flipV="1">
            <a:off x="3250480" y="519861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2" name="Line"/>
          <p:cNvSpPr/>
          <p:nvPr/>
        </p:nvSpPr>
        <p:spPr>
          <a:xfrm flipV="1">
            <a:off x="3813463" y="609537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3" name="Line"/>
          <p:cNvSpPr/>
          <p:nvPr/>
        </p:nvSpPr>
        <p:spPr>
          <a:xfrm flipV="1">
            <a:off x="4393426" y="609909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4" name="Line"/>
          <p:cNvSpPr/>
          <p:nvPr/>
        </p:nvSpPr>
        <p:spPr>
          <a:xfrm flipV="1">
            <a:off x="4959001" y="6094382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5" name="Line"/>
          <p:cNvSpPr/>
          <p:nvPr/>
        </p:nvSpPr>
        <p:spPr>
          <a:xfrm flipV="1">
            <a:off x="2672205" y="60906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6" name="Line"/>
          <p:cNvSpPr/>
          <p:nvPr/>
        </p:nvSpPr>
        <p:spPr>
          <a:xfrm flipV="1">
            <a:off x="3250480" y="6085956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7" name="Line"/>
          <p:cNvSpPr/>
          <p:nvPr/>
        </p:nvSpPr>
        <p:spPr>
          <a:xfrm flipV="1">
            <a:off x="2104521" y="699020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8" name="Line"/>
          <p:cNvSpPr/>
          <p:nvPr/>
        </p:nvSpPr>
        <p:spPr>
          <a:xfrm flipV="1">
            <a:off x="2670095" y="698548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9" name="Line"/>
          <p:cNvSpPr/>
          <p:nvPr/>
        </p:nvSpPr>
        <p:spPr>
          <a:xfrm flipV="1">
            <a:off x="1540163" y="7854180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0" name="Line"/>
          <p:cNvSpPr/>
          <p:nvPr/>
        </p:nvSpPr>
        <p:spPr>
          <a:xfrm flipV="1">
            <a:off x="2120126" y="7857900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1" name="Line"/>
          <p:cNvSpPr/>
          <p:nvPr/>
        </p:nvSpPr>
        <p:spPr>
          <a:xfrm flipV="1">
            <a:off x="2685701" y="785318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63</a:t>
            </a:fld>
            <a:endParaRPr/>
          </a:p>
        </p:txBody>
      </p:sp>
      <p:sp>
        <p:nvSpPr>
          <p:cNvPr id="1723" name="B[7:0]"/>
          <p:cNvSpPr/>
          <p:nvPr/>
        </p:nvSpPr>
        <p:spPr>
          <a:xfrm>
            <a:off x="7538293" y="1568450"/>
            <a:ext cx="4391026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B[7:0]</a:t>
            </a:r>
          </a:p>
        </p:txBody>
      </p:sp>
      <p:sp>
        <p:nvSpPr>
          <p:cNvPr id="1724" name="Line"/>
          <p:cNvSpPr/>
          <p:nvPr/>
        </p:nvSpPr>
        <p:spPr>
          <a:xfrm>
            <a:off x="3794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5" name="Line"/>
          <p:cNvSpPr/>
          <p:nvPr/>
        </p:nvSpPr>
        <p:spPr>
          <a:xfrm>
            <a:off x="4365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6" name="Line"/>
          <p:cNvSpPr/>
          <p:nvPr/>
        </p:nvSpPr>
        <p:spPr>
          <a:xfrm>
            <a:off x="4924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7" name="Line"/>
          <p:cNvSpPr/>
          <p:nvPr/>
        </p:nvSpPr>
        <p:spPr>
          <a:xfrm>
            <a:off x="5495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8" name="Line"/>
          <p:cNvSpPr/>
          <p:nvPr/>
        </p:nvSpPr>
        <p:spPr>
          <a:xfrm>
            <a:off x="60546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9" name="Line"/>
          <p:cNvSpPr/>
          <p:nvPr/>
        </p:nvSpPr>
        <p:spPr>
          <a:xfrm>
            <a:off x="66261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0" name="Line"/>
          <p:cNvSpPr/>
          <p:nvPr/>
        </p:nvSpPr>
        <p:spPr>
          <a:xfrm>
            <a:off x="7184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1" name="Line"/>
          <p:cNvSpPr/>
          <p:nvPr/>
        </p:nvSpPr>
        <p:spPr>
          <a:xfrm>
            <a:off x="7756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2" name="Line"/>
          <p:cNvSpPr/>
          <p:nvPr/>
        </p:nvSpPr>
        <p:spPr>
          <a:xfrm>
            <a:off x="8327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3" name="Line"/>
          <p:cNvSpPr/>
          <p:nvPr/>
        </p:nvSpPr>
        <p:spPr>
          <a:xfrm>
            <a:off x="8899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4" name="Line"/>
          <p:cNvSpPr/>
          <p:nvPr/>
        </p:nvSpPr>
        <p:spPr>
          <a:xfrm>
            <a:off x="9458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5" name="Line"/>
          <p:cNvSpPr/>
          <p:nvPr/>
        </p:nvSpPr>
        <p:spPr>
          <a:xfrm>
            <a:off x="100297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6" name="Line"/>
          <p:cNvSpPr/>
          <p:nvPr/>
        </p:nvSpPr>
        <p:spPr>
          <a:xfrm>
            <a:off x="10588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7" name="Line"/>
          <p:cNvSpPr/>
          <p:nvPr/>
        </p:nvSpPr>
        <p:spPr>
          <a:xfrm>
            <a:off x="11160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8" name="Line"/>
          <p:cNvSpPr/>
          <p:nvPr/>
        </p:nvSpPr>
        <p:spPr>
          <a:xfrm>
            <a:off x="949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9" name="Line"/>
          <p:cNvSpPr/>
          <p:nvPr/>
        </p:nvSpPr>
        <p:spPr>
          <a:xfrm>
            <a:off x="1508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40" name="Line"/>
          <p:cNvSpPr/>
          <p:nvPr/>
        </p:nvSpPr>
        <p:spPr>
          <a:xfrm>
            <a:off x="2079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41" name="Line"/>
          <p:cNvSpPr/>
          <p:nvPr/>
        </p:nvSpPr>
        <p:spPr>
          <a:xfrm>
            <a:off x="2638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42" name="Line"/>
          <p:cNvSpPr/>
          <p:nvPr/>
        </p:nvSpPr>
        <p:spPr>
          <a:xfrm>
            <a:off x="3209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43" name="adjust"/>
          <p:cNvSpPr/>
          <p:nvPr/>
        </p:nvSpPr>
        <p:spPr>
          <a:xfrm>
            <a:off x="52813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44" name="adjust"/>
          <p:cNvSpPr/>
          <p:nvPr/>
        </p:nvSpPr>
        <p:spPr>
          <a:xfrm>
            <a:off x="30080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45" name="adjust"/>
          <p:cNvSpPr/>
          <p:nvPr/>
        </p:nvSpPr>
        <p:spPr>
          <a:xfrm>
            <a:off x="7474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46" name="Line"/>
          <p:cNvSpPr/>
          <p:nvPr/>
        </p:nvSpPr>
        <p:spPr>
          <a:xfrm>
            <a:off x="11718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47" name="0"/>
          <p:cNvSpPr txBox="1"/>
          <p:nvPr/>
        </p:nvSpPr>
        <p:spPr>
          <a:xfrm>
            <a:off x="12151980" y="16763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748" name="Line"/>
          <p:cNvSpPr/>
          <p:nvPr/>
        </p:nvSpPr>
        <p:spPr>
          <a:xfrm>
            <a:off x="381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49" name="Line"/>
          <p:cNvSpPr/>
          <p:nvPr/>
        </p:nvSpPr>
        <p:spPr>
          <a:xfrm>
            <a:off x="4391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0" name="Line"/>
          <p:cNvSpPr/>
          <p:nvPr/>
        </p:nvSpPr>
        <p:spPr>
          <a:xfrm>
            <a:off x="495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1" name="Line"/>
          <p:cNvSpPr/>
          <p:nvPr/>
        </p:nvSpPr>
        <p:spPr>
          <a:xfrm>
            <a:off x="552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2" name="Line"/>
          <p:cNvSpPr/>
          <p:nvPr/>
        </p:nvSpPr>
        <p:spPr>
          <a:xfrm>
            <a:off x="60805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3" name="Line"/>
          <p:cNvSpPr/>
          <p:nvPr/>
        </p:nvSpPr>
        <p:spPr>
          <a:xfrm>
            <a:off x="66520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4" name="Line"/>
          <p:cNvSpPr/>
          <p:nvPr/>
        </p:nvSpPr>
        <p:spPr>
          <a:xfrm>
            <a:off x="7198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5" name="Line"/>
          <p:cNvSpPr/>
          <p:nvPr/>
        </p:nvSpPr>
        <p:spPr>
          <a:xfrm>
            <a:off x="77696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6" name="Line"/>
          <p:cNvSpPr/>
          <p:nvPr/>
        </p:nvSpPr>
        <p:spPr>
          <a:xfrm>
            <a:off x="8341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7" name="Line"/>
          <p:cNvSpPr/>
          <p:nvPr/>
        </p:nvSpPr>
        <p:spPr>
          <a:xfrm>
            <a:off x="889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8" name="Line"/>
          <p:cNvSpPr/>
          <p:nvPr/>
        </p:nvSpPr>
        <p:spPr>
          <a:xfrm>
            <a:off x="9475391" y="2920095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9" name="Line"/>
          <p:cNvSpPr/>
          <p:nvPr/>
        </p:nvSpPr>
        <p:spPr>
          <a:xfrm>
            <a:off x="1003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0" name="Line"/>
          <p:cNvSpPr/>
          <p:nvPr/>
        </p:nvSpPr>
        <p:spPr>
          <a:xfrm>
            <a:off x="1060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1" name="Line"/>
          <p:cNvSpPr/>
          <p:nvPr/>
        </p:nvSpPr>
        <p:spPr>
          <a:xfrm>
            <a:off x="11172350" y="2920095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2" name="Line"/>
          <p:cNvSpPr/>
          <p:nvPr/>
        </p:nvSpPr>
        <p:spPr>
          <a:xfrm>
            <a:off x="975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3" name="Line"/>
          <p:cNvSpPr/>
          <p:nvPr/>
        </p:nvSpPr>
        <p:spPr>
          <a:xfrm>
            <a:off x="1533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4" name="Line"/>
          <p:cNvSpPr/>
          <p:nvPr/>
        </p:nvSpPr>
        <p:spPr>
          <a:xfrm>
            <a:off x="2105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5" name="Line"/>
          <p:cNvSpPr/>
          <p:nvPr/>
        </p:nvSpPr>
        <p:spPr>
          <a:xfrm>
            <a:off x="2664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6" name="Line"/>
          <p:cNvSpPr/>
          <p:nvPr/>
        </p:nvSpPr>
        <p:spPr>
          <a:xfrm>
            <a:off x="3235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7" name="adjust"/>
          <p:cNvSpPr/>
          <p:nvPr/>
        </p:nvSpPr>
        <p:spPr>
          <a:xfrm>
            <a:off x="53071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68" name="adjust"/>
          <p:cNvSpPr/>
          <p:nvPr/>
        </p:nvSpPr>
        <p:spPr>
          <a:xfrm>
            <a:off x="30338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69" name="adjust"/>
          <p:cNvSpPr/>
          <p:nvPr/>
        </p:nvSpPr>
        <p:spPr>
          <a:xfrm>
            <a:off x="7732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70" name="Line"/>
          <p:cNvSpPr/>
          <p:nvPr/>
        </p:nvSpPr>
        <p:spPr>
          <a:xfrm>
            <a:off x="11744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1" name="0"/>
          <p:cNvSpPr txBox="1"/>
          <p:nvPr/>
        </p:nvSpPr>
        <p:spPr>
          <a:xfrm>
            <a:off x="12177805" y="25780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772" name="Line"/>
          <p:cNvSpPr/>
          <p:nvPr/>
        </p:nvSpPr>
        <p:spPr>
          <a:xfrm>
            <a:off x="3819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3" name="Line"/>
          <p:cNvSpPr/>
          <p:nvPr/>
        </p:nvSpPr>
        <p:spPr>
          <a:xfrm>
            <a:off x="4390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4" name="Line"/>
          <p:cNvSpPr/>
          <p:nvPr/>
        </p:nvSpPr>
        <p:spPr>
          <a:xfrm>
            <a:off x="4949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5" name="Line"/>
          <p:cNvSpPr/>
          <p:nvPr/>
        </p:nvSpPr>
        <p:spPr>
          <a:xfrm>
            <a:off x="5521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6" name="Line"/>
          <p:cNvSpPr/>
          <p:nvPr/>
        </p:nvSpPr>
        <p:spPr>
          <a:xfrm>
            <a:off x="60800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7" name="Line"/>
          <p:cNvSpPr/>
          <p:nvPr/>
        </p:nvSpPr>
        <p:spPr>
          <a:xfrm>
            <a:off x="66515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8" name="Line"/>
          <p:cNvSpPr/>
          <p:nvPr/>
        </p:nvSpPr>
        <p:spPr>
          <a:xfrm>
            <a:off x="9746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9" name="Line"/>
          <p:cNvSpPr/>
          <p:nvPr/>
        </p:nvSpPr>
        <p:spPr>
          <a:xfrm>
            <a:off x="1533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0" name="Line"/>
          <p:cNvSpPr/>
          <p:nvPr/>
        </p:nvSpPr>
        <p:spPr>
          <a:xfrm>
            <a:off x="2104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1" name="Line"/>
          <p:cNvSpPr/>
          <p:nvPr/>
        </p:nvSpPr>
        <p:spPr>
          <a:xfrm>
            <a:off x="2663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2" name="Line"/>
          <p:cNvSpPr/>
          <p:nvPr/>
        </p:nvSpPr>
        <p:spPr>
          <a:xfrm>
            <a:off x="3235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3" name="adjust"/>
          <p:cNvSpPr/>
          <p:nvPr/>
        </p:nvSpPr>
        <p:spPr>
          <a:xfrm>
            <a:off x="53067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84" name="adjust"/>
          <p:cNvSpPr/>
          <p:nvPr/>
        </p:nvSpPr>
        <p:spPr>
          <a:xfrm>
            <a:off x="30334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85" name="adjust"/>
          <p:cNvSpPr/>
          <p:nvPr/>
        </p:nvSpPr>
        <p:spPr>
          <a:xfrm>
            <a:off x="7728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86" name="Line"/>
          <p:cNvSpPr/>
          <p:nvPr/>
        </p:nvSpPr>
        <p:spPr>
          <a:xfrm>
            <a:off x="11744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7" name="0"/>
          <p:cNvSpPr txBox="1"/>
          <p:nvPr/>
        </p:nvSpPr>
        <p:spPr>
          <a:xfrm>
            <a:off x="12177380" y="34797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788" name="Line"/>
          <p:cNvSpPr/>
          <p:nvPr/>
        </p:nvSpPr>
        <p:spPr>
          <a:xfrm>
            <a:off x="3832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9" name="Line"/>
          <p:cNvSpPr/>
          <p:nvPr/>
        </p:nvSpPr>
        <p:spPr>
          <a:xfrm>
            <a:off x="4403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0" name="Line"/>
          <p:cNvSpPr/>
          <p:nvPr/>
        </p:nvSpPr>
        <p:spPr>
          <a:xfrm>
            <a:off x="4962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1" name="Line"/>
          <p:cNvSpPr/>
          <p:nvPr/>
        </p:nvSpPr>
        <p:spPr>
          <a:xfrm>
            <a:off x="5533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2" name="Line"/>
          <p:cNvSpPr/>
          <p:nvPr/>
        </p:nvSpPr>
        <p:spPr>
          <a:xfrm>
            <a:off x="60927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3" name="Line"/>
          <p:cNvSpPr/>
          <p:nvPr/>
        </p:nvSpPr>
        <p:spPr>
          <a:xfrm>
            <a:off x="66642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4" name="Line"/>
          <p:cNvSpPr/>
          <p:nvPr/>
        </p:nvSpPr>
        <p:spPr>
          <a:xfrm>
            <a:off x="9873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5" name="Line"/>
          <p:cNvSpPr/>
          <p:nvPr/>
        </p:nvSpPr>
        <p:spPr>
          <a:xfrm>
            <a:off x="1546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6" name="Line"/>
          <p:cNvSpPr/>
          <p:nvPr/>
        </p:nvSpPr>
        <p:spPr>
          <a:xfrm>
            <a:off x="2117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7" name="Line"/>
          <p:cNvSpPr/>
          <p:nvPr/>
        </p:nvSpPr>
        <p:spPr>
          <a:xfrm>
            <a:off x="2676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8" name="Line"/>
          <p:cNvSpPr/>
          <p:nvPr/>
        </p:nvSpPr>
        <p:spPr>
          <a:xfrm>
            <a:off x="3247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9" name="adjust"/>
          <p:cNvSpPr/>
          <p:nvPr/>
        </p:nvSpPr>
        <p:spPr>
          <a:xfrm>
            <a:off x="53194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00" name="adjust"/>
          <p:cNvSpPr/>
          <p:nvPr/>
        </p:nvSpPr>
        <p:spPr>
          <a:xfrm>
            <a:off x="30461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01" name="adjust"/>
          <p:cNvSpPr/>
          <p:nvPr/>
        </p:nvSpPr>
        <p:spPr>
          <a:xfrm>
            <a:off x="7855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02" name="Line"/>
          <p:cNvSpPr/>
          <p:nvPr/>
        </p:nvSpPr>
        <p:spPr>
          <a:xfrm>
            <a:off x="11756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3" name="0"/>
          <p:cNvSpPr txBox="1"/>
          <p:nvPr/>
        </p:nvSpPr>
        <p:spPr>
          <a:xfrm>
            <a:off x="12190080" y="43878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04" name="Line"/>
          <p:cNvSpPr/>
          <p:nvPr/>
        </p:nvSpPr>
        <p:spPr>
          <a:xfrm>
            <a:off x="3832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5" name="Line"/>
          <p:cNvSpPr/>
          <p:nvPr/>
        </p:nvSpPr>
        <p:spPr>
          <a:xfrm>
            <a:off x="4403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6" name="Line"/>
          <p:cNvSpPr/>
          <p:nvPr/>
        </p:nvSpPr>
        <p:spPr>
          <a:xfrm>
            <a:off x="4962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7" name="Line"/>
          <p:cNvSpPr/>
          <p:nvPr/>
        </p:nvSpPr>
        <p:spPr>
          <a:xfrm>
            <a:off x="5533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8" name="Line"/>
          <p:cNvSpPr/>
          <p:nvPr/>
        </p:nvSpPr>
        <p:spPr>
          <a:xfrm>
            <a:off x="60927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9" name="Line"/>
          <p:cNvSpPr/>
          <p:nvPr/>
        </p:nvSpPr>
        <p:spPr>
          <a:xfrm>
            <a:off x="66642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0" name="Line"/>
          <p:cNvSpPr/>
          <p:nvPr/>
        </p:nvSpPr>
        <p:spPr>
          <a:xfrm>
            <a:off x="9873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1" name="Line"/>
          <p:cNvSpPr/>
          <p:nvPr/>
        </p:nvSpPr>
        <p:spPr>
          <a:xfrm>
            <a:off x="1546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2" name="Line"/>
          <p:cNvSpPr/>
          <p:nvPr/>
        </p:nvSpPr>
        <p:spPr>
          <a:xfrm>
            <a:off x="2117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3" name="Line"/>
          <p:cNvSpPr/>
          <p:nvPr/>
        </p:nvSpPr>
        <p:spPr>
          <a:xfrm>
            <a:off x="2676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4" name="Line"/>
          <p:cNvSpPr/>
          <p:nvPr/>
        </p:nvSpPr>
        <p:spPr>
          <a:xfrm>
            <a:off x="3247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5" name="adjust"/>
          <p:cNvSpPr/>
          <p:nvPr/>
        </p:nvSpPr>
        <p:spPr>
          <a:xfrm>
            <a:off x="53194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16" name="adjust"/>
          <p:cNvSpPr/>
          <p:nvPr/>
        </p:nvSpPr>
        <p:spPr>
          <a:xfrm>
            <a:off x="30461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17" name="adjust"/>
          <p:cNvSpPr/>
          <p:nvPr/>
        </p:nvSpPr>
        <p:spPr>
          <a:xfrm>
            <a:off x="7855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18" name="Line"/>
          <p:cNvSpPr/>
          <p:nvPr/>
        </p:nvSpPr>
        <p:spPr>
          <a:xfrm>
            <a:off x="3819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9" name="Line"/>
          <p:cNvSpPr/>
          <p:nvPr/>
        </p:nvSpPr>
        <p:spPr>
          <a:xfrm>
            <a:off x="4390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0" name="Line"/>
          <p:cNvSpPr/>
          <p:nvPr/>
        </p:nvSpPr>
        <p:spPr>
          <a:xfrm>
            <a:off x="4949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1" name="Line"/>
          <p:cNvSpPr/>
          <p:nvPr/>
        </p:nvSpPr>
        <p:spPr>
          <a:xfrm>
            <a:off x="5521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2" name="Line"/>
          <p:cNvSpPr/>
          <p:nvPr/>
        </p:nvSpPr>
        <p:spPr>
          <a:xfrm>
            <a:off x="60800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3" name="Line"/>
          <p:cNvSpPr/>
          <p:nvPr/>
        </p:nvSpPr>
        <p:spPr>
          <a:xfrm>
            <a:off x="66515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4" name="Line"/>
          <p:cNvSpPr/>
          <p:nvPr/>
        </p:nvSpPr>
        <p:spPr>
          <a:xfrm>
            <a:off x="9746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5" name="Line"/>
          <p:cNvSpPr/>
          <p:nvPr/>
        </p:nvSpPr>
        <p:spPr>
          <a:xfrm>
            <a:off x="1533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6" name="Line"/>
          <p:cNvSpPr/>
          <p:nvPr/>
        </p:nvSpPr>
        <p:spPr>
          <a:xfrm>
            <a:off x="2104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7" name="Line"/>
          <p:cNvSpPr/>
          <p:nvPr/>
        </p:nvSpPr>
        <p:spPr>
          <a:xfrm>
            <a:off x="2663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8" name="Line"/>
          <p:cNvSpPr/>
          <p:nvPr/>
        </p:nvSpPr>
        <p:spPr>
          <a:xfrm>
            <a:off x="3235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9" name="adjust"/>
          <p:cNvSpPr/>
          <p:nvPr/>
        </p:nvSpPr>
        <p:spPr>
          <a:xfrm>
            <a:off x="53067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30" name="adjust"/>
          <p:cNvSpPr/>
          <p:nvPr/>
        </p:nvSpPr>
        <p:spPr>
          <a:xfrm>
            <a:off x="30334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31" name="adjust"/>
          <p:cNvSpPr/>
          <p:nvPr/>
        </p:nvSpPr>
        <p:spPr>
          <a:xfrm>
            <a:off x="7728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32" name="0"/>
          <p:cNvSpPr txBox="1"/>
          <p:nvPr/>
        </p:nvSpPr>
        <p:spPr>
          <a:xfrm>
            <a:off x="70459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3" name="0"/>
          <p:cNvSpPr txBox="1"/>
          <p:nvPr/>
        </p:nvSpPr>
        <p:spPr>
          <a:xfrm>
            <a:off x="648292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4" name="0"/>
          <p:cNvSpPr txBox="1"/>
          <p:nvPr/>
        </p:nvSpPr>
        <p:spPr>
          <a:xfrm>
            <a:off x="5928443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5" name="0"/>
          <p:cNvSpPr txBox="1"/>
          <p:nvPr/>
        </p:nvSpPr>
        <p:spPr>
          <a:xfrm>
            <a:off x="53568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6" name="0"/>
          <p:cNvSpPr txBox="1"/>
          <p:nvPr/>
        </p:nvSpPr>
        <p:spPr>
          <a:xfrm>
            <a:off x="47874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7" name="0"/>
          <p:cNvSpPr txBox="1"/>
          <p:nvPr/>
        </p:nvSpPr>
        <p:spPr>
          <a:xfrm>
            <a:off x="422445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8" name="0"/>
          <p:cNvSpPr txBox="1"/>
          <p:nvPr/>
        </p:nvSpPr>
        <p:spPr>
          <a:xfrm>
            <a:off x="3669974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9" name="0"/>
          <p:cNvSpPr txBox="1"/>
          <p:nvPr/>
        </p:nvSpPr>
        <p:spPr>
          <a:xfrm>
            <a:off x="30729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40" name="0"/>
          <p:cNvSpPr txBox="1"/>
          <p:nvPr/>
        </p:nvSpPr>
        <p:spPr>
          <a:xfrm>
            <a:off x="250995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41" name="0"/>
          <p:cNvSpPr txBox="1"/>
          <p:nvPr/>
        </p:nvSpPr>
        <p:spPr>
          <a:xfrm>
            <a:off x="1955474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42" name="0"/>
          <p:cNvSpPr txBox="1"/>
          <p:nvPr/>
        </p:nvSpPr>
        <p:spPr>
          <a:xfrm>
            <a:off x="13838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43" name="Line"/>
          <p:cNvSpPr/>
          <p:nvPr/>
        </p:nvSpPr>
        <p:spPr>
          <a:xfrm>
            <a:off x="3833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4" name="Line"/>
          <p:cNvSpPr/>
          <p:nvPr/>
        </p:nvSpPr>
        <p:spPr>
          <a:xfrm>
            <a:off x="4405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5" name="Line"/>
          <p:cNvSpPr/>
          <p:nvPr/>
        </p:nvSpPr>
        <p:spPr>
          <a:xfrm>
            <a:off x="4963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6" name="Line"/>
          <p:cNvSpPr/>
          <p:nvPr/>
        </p:nvSpPr>
        <p:spPr>
          <a:xfrm>
            <a:off x="5535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7" name="Line"/>
          <p:cNvSpPr/>
          <p:nvPr/>
        </p:nvSpPr>
        <p:spPr>
          <a:xfrm>
            <a:off x="60942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8" name="Line"/>
          <p:cNvSpPr/>
          <p:nvPr/>
        </p:nvSpPr>
        <p:spPr>
          <a:xfrm>
            <a:off x="66657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9" name="Line"/>
          <p:cNvSpPr/>
          <p:nvPr/>
        </p:nvSpPr>
        <p:spPr>
          <a:xfrm>
            <a:off x="9888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0" name="Line"/>
          <p:cNvSpPr/>
          <p:nvPr/>
        </p:nvSpPr>
        <p:spPr>
          <a:xfrm>
            <a:off x="1547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1" name="Line"/>
          <p:cNvSpPr/>
          <p:nvPr/>
        </p:nvSpPr>
        <p:spPr>
          <a:xfrm>
            <a:off x="2119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2" name="Line"/>
          <p:cNvSpPr/>
          <p:nvPr/>
        </p:nvSpPr>
        <p:spPr>
          <a:xfrm>
            <a:off x="2677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3" name="Line"/>
          <p:cNvSpPr/>
          <p:nvPr/>
        </p:nvSpPr>
        <p:spPr>
          <a:xfrm>
            <a:off x="3249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4" name="adjust"/>
          <p:cNvSpPr/>
          <p:nvPr/>
        </p:nvSpPr>
        <p:spPr>
          <a:xfrm>
            <a:off x="53209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55" name="adjust"/>
          <p:cNvSpPr/>
          <p:nvPr/>
        </p:nvSpPr>
        <p:spPr>
          <a:xfrm>
            <a:off x="30476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56" name="adjust"/>
          <p:cNvSpPr/>
          <p:nvPr/>
        </p:nvSpPr>
        <p:spPr>
          <a:xfrm>
            <a:off x="7870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57" name="Line"/>
          <p:cNvSpPr/>
          <p:nvPr/>
        </p:nvSpPr>
        <p:spPr>
          <a:xfrm>
            <a:off x="3252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8" name="Line"/>
          <p:cNvSpPr/>
          <p:nvPr/>
        </p:nvSpPr>
        <p:spPr>
          <a:xfrm>
            <a:off x="3823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9" name="Line"/>
          <p:cNvSpPr/>
          <p:nvPr/>
        </p:nvSpPr>
        <p:spPr>
          <a:xfrm>
            <a:off x="4382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0" name="Line"/>
          <p:cNvSpPr/>
          <p:nvPr/>
        </p:nvSpPr>
        <p:spPr>
          <a:xfrm>
            <a:off x="4954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1" name="Line"/>
          <p:cNvSpPr/>
          <p:nvPr/>
        </p:nvSpPr>
        <p:spPr>
          <a:xfrm>
            <a:off x="55128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2" name="Line"/>
          <p:cNvSpPr/>
          <p:nvPr/>
        </p:nvSpPr>
        <p:spPr>
          <a:xfrm>
            <a:off x="60843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3" name="Line"/>
          <p:cNvSpPr/>
          <p:nvPr/>
        </p:nvSpPr>
        <p:spPr>
          <a:xfrm>
            <a:off x="6643197" y="8319404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4" name="Line"/>
          <p:cNvSpPr/>
          <p:nvPr/>
        </p:nvSpPr>
        <p:spPr>
          <a:xfrm>
            <a:off x="966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5" name="Line"/>
          <p:cNvSpPr/>
          <p:nvPr/>
        </p:nvSpPr>
        <p:spPr>
          <a:xfrm>
            <a:off x="1537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6" name="Line"/>
          <p:cNvSpPr/>
          <p:nvPr/>
        </p:nvSpPr>
        <p:spPr>
          <a:xfrm>
            <a:off x="2096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7" name="Line"/>
          <p:cNvSpPr/>
          <p:nvPr/>
        </p:nvSpPr>
        <p:spPr>
          <a:xfrm>
            <a:off x="2668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8" name="BCD[0]"/>
          <p:cNvSpPr/>
          <p:nvPr/>
        </p:nvSpPr>
        <p:spPr>
          <a:xfrm>
            <a:off x="53257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BCD[0]</a:t>
            </a:r>
          </a:p>
        </p:txBody>
      </p:sp>
      <p:sp>
        <p:nvSpPr>
          <p:cNvPr id="1869" name="BCD[1]"/>
          <p:cNvSpPr/>
          <p:nvPr/>
        </p:nvSpPr>
        <p:spPr>
          <a:xfrm>
            <a:off x="30524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BCD[1]</a:t>
            </a:r>
          </a:p>
        </p:txBody>
      </p:sp>
      <p:sp>
        <p:nvSpPr>
          <p:cNvPr id="1870" name="BCD[2]"/>
          <p:cNvSpPr/>
          <p:nvPr/>
        </p:nvSpPr>
        <p:spPr>
          <a:xfrm>
            <a:off x="7918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BCD[2]</a:t>
            </a:r>
          </a:p>
        </p:txBody>
      </p:sp>
      <p:sp>
        <p:nvSpPr>
          <p:cNvPr id="1871" name="Line"/>
          <p:cNvSpPr/>
          <p:nvPr/>
        </p:nvSpPr>
        <p:spPr>
          <a:xfrm flipV="1">
            <a:off x="7758653" y="2469153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2" name="Line"/>
          <p:cNvSpPr/>
          <p:nvPr/>
        </p:nvSpPr>
        <p:spPr>
          <a:xfrm flipV="1">
            <a:off x="8338616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3" name="Line"/>
          <p:cNvSpPr/>
          <p:nvPr/>
        </p:nvSpPr>
        <p:spPr>
          <a:xfrm flipV="1">
            <a:off x="8904191" y="246815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4" name="Line"/>
          <p:cNvSpPr/>
          <p:nvPr/>
        </p:nvSpPr>
        <p:spPr>
          <a:xfrm flipV="1">
            <a:off x="9464995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5" name="Line"/>
          <p:cNvSpPr/>
          <p:nvPr/>
        </p:nvSpPr>
        <p:spPr>
          <a:xfrm flipV="1">
            <a:off x="10025233" y="24738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6" name="Line"/>
          <p:cNvSpPr/>
          <p:nvPr/>
        </p:nvSpPr>
        <p:spPr>
          <a:xfrm flipV="1">
            <a:off x="10592496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7" name="Line"/>
          <p:cNvSpPr/>
          <p:nvPr/>
        </p:nvSpPr>
        <p:spPr>
          <a:xfrm flipV="1">
            <a:off x="11170770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8" name="Line"/>
          <p:cNvSpPr/>
          <p:nvPr/>
        </p:nvSpPr>
        <p:spPr>
          <a:xfrm flipV="1">
            <a:off x="11718875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9" name="Line"/>
          <p:cNvSpPr/>
          <p:nvPr/>
        </p:nvSpPr>
        <p:spPr>
          <a:xfrm>
            <a:off x="7204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0" name="Line"/>
          <p:cNvSpPr/>
          <p:nvPr/>
        </p:nvSpPr>
        <p:spPr>
          <a:xfrm>
            <a:off x="77761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1" name="Line"/>
          <p:cNvSpPr/>
          <p:nvPr/>
        </p:nvSpPr>
        <p:spPr>
          <a:xfrm>
            <a:off x="8347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2" name="Line"/>
          <p:cNvSpPr/>
          <p:nvPr/>
        </p:nvSpPr>
        <p:spPr>
          <a:xfrm>
            <a:off x="89064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3" name="Line"/>
          <p:cNvSpPr/>
          <p:nvPr/>
        </p:nvSpPr>
        <p:spPr>
          <a:xfrm>
            <a:off x="9481899" y="3815898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4" name="Line"/>
          <p:cNvSpPr/>
          <p:nvPr/>
        </p:nvSpPr>
        <p:spPr>
          <a:xfrm>
            <a:off x="100367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5" name="Line"/>
          <p:cNvSpPr/>
          <p:nvPr/>
        </p:nvSpPr>
        <p:spPr>
          <a:xfrm>
            <a:off x="106082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6" name="Line"/>
          <p:cNvSpPr/>
          <p:nvPr/>
        </p:nvSpPr>
        <p:spPr>
          <a:xfrm>
            <a:off x="11178858" y="3815898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7" name="Line"/>
          <p:cNvSpPr/>
          <p:nvPr/>
        </p:nvSpPr>
        <p:spPr>
          <a:xfrm flipV="1">
            <a:off x="7765161" y="336495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8" name="Line"/>
          <p:cNvSpPr/>
          <p:nvPr/>
        </p:nvSpPr>
        <p:spPr>
          <a:xfrm flipV="1">
            <a:off x="834512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9" name="Line"/>
          <p:cNvSpPr/>
          <p:nvPr/>
        </p:nvSpPr>
        <p:spPr>
          <a:xfrm flipV="1">
            <a:off x="8910699" y="336395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0" name="Line"/>
          <p:cNvSpPr/>
          <p:nvPr/>
        </p:nvSpPr>
        <p:spPr>
          <a:xfrm flipV="1">
            <a:off x="947150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1" name="Line"/>
          <p:cNvSpPr/>
          <p:nvPr/>
        </p:nvSpPr>
        <p:spPr>
          <a:xfrm flipV="1">
            <a:off x="10031741" y="33696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2" name="Line"/>
          <p:cNvSpPr/>
          <p:nvPr/>
        </p:nvSpPr>
        <p:spPr>
          <a:xfrm flipV="1">
            <a:off x="10599004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3" name="Line"/>
          <p:cNvSpPr/>
          <p:nvPr/>
        </p:nvSpPr>
        <p:spPr>
          <a:xfrm flipV="1">
            <a:off x="11177279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4" name="Line"/>
          <p:cNvSpPr/>
          <p:nvPr/>
        </p:nvSpPr>
        <p:spPr>
          <a:xfrm flipV="1">
            <a:off x="11725383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5" name="Line"/>
          <p:cNvSpPr/>
          <p:nvPr/>
        </p:nvSpPr>
        <p:spPr>
          <a:xfrm>
            <a:off x="7219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6" name="Line"/>
          <p:cNvSpPr/>
          <p:nvPr/>
        </p:nvSpPr>
        <p:spPr>
          <a:xfrm>
            <a:off x="77906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7" name="Line"/>
          <p:cNvSpPr/>
          <p:nvPr/>
        </p:nvSpPr>
        <p:spPr>
          <a:xfrm>
            <a:off x="8362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8" name="Line"/>
          <p:cNvSpPr/>
          <p:nvPr/>
        </p:nvSpPr>
        <p:spPr>
          <a:xfrm>
            <a:off x="89209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9" name="Line"/>
          <p:cNvSpPr/>
          <p:nvPr/>
        </p:nvSpPr>
        <p:spPr>
          <a:xfrm>
            <a:off x="9496436" y="4722396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0" name="Line"/>
          <p:cNvSpPr/>
          <p:nvPr/>
        </p:nvSpPr>
        <p:spPr>
          <a:xfrm>
            <a:off x="100512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1" name="Line"/>
          <p:cNvSpPr/>
          <p:nvPr/>
        </p:nvSpPr>
        <p:spPr>
          <a:xfrm>
            <a:off x="106227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2" name="Line"/>
          <p:cNvSpPr/>
          <p:nvPr/>
        </p:nvSpPr>
        <p:spPr>
          <a:xfrm>
            <a:off x="11193395" y="4722396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3" name="Line"/>
          <p:cNvSpPr/>
          <p:nvPr/>
        </p:nvSpPr>
        <p:spPr>
          <a:xfrm flipV="1">
            <a:off x="7779698" y="427145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4" name="Line"/>
          <p:cNvSpPr/>
          <p:nvPr/>
        </p:nvSpPr>
        <p:spPr>
          <a:xfrm flipV="1">
            <a:off x="834696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5" name="Line"/>
          <p:cNvSpPr/>
          <p:nvPr/>
        </p:nvSpPr>
        <p:spPr>
          <a:xfrm flipV="1">
            <a:off x="8925236" y="427045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6" name="Line"/>
          <p:cNvSpPr/>
          <p:nvPr/>
        </p:nvSpPr>
        <p:spPr>
          <a:xfrm flipV="1">
            <a:off x="948604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7" name="Line"/>
          <p:cNvSpPr/>
          <p:nvPr/>
        </p:nvSpPr>
        <p:spPr>
          <a:xfrm flipV="1">
            <a:off x="10046278" y="42761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8" name="Line"/>
          <p:cNvSpPr/>
          <p:nvPr/>
        </p:nvSpPr>
        <p:spPr>
          <a:xfrm flipV="1">
            <a:off x="10613541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9" name="Line"/>
          <p:cNvSpPr/>
          <p:nvPr/>
        </p:nvSpPr>
        <p:spPr>
          <a:xfrm flipV="1">
            <a:off x="11191816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0" name="Line"/>
          <p:cNvSpPr/>
          <p:nvPr/>
        </p:nvSpPr>
        <p:spPr>
          <a:xfrm flipV="1">
            <a:off x="11739920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1" name="Line"/>
          <p:cNvSpPr/>
          <p:nvPr/>
        </p:nvSpPr>
        <p:spPr>
          <a:xfrm>
            <a:off x="7221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2" name="Line"/>
          <p:cNvSpPr/>
          <p:nvPr/>
        </p:nvSpPr>
        <p:spPr>
          <a:xfrm>
            <a:off x="77929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3" name="Line"/>
          <p:cNvSpPr/>
          <p:nvPr/>
        </p:nvSpPr>
        <p:spPr>
          <a:xfrm>
            <a:off x="8364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4" name="Line"/>
          <p:cNvSpPr/>
          <p:nvPr/>
        </p:nvSpPr>
        <p:spPr>
          <a:xfrm>
            <a:off x="89232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5" name="Line"/>
          <p:cNvSpPr/>
          <p:nvPr/>
        </p:nvSpPr>
        <p:spPr>
          <a:xfrm>
            <a:off x="9498732" y="5629912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6" name="Line"/>
          <p:cNvSpPr/>
          <p:nvPr/>
        </p:nvSpPr>
        <p:spPr>
          <a:xfrm>
            <a:off x="100535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7" name="Line"/>
          <p:cNvSpPr/>
          <p:nvPr/>
        </p:nvSpPr>
        <p:spPr>
          <a:xfrm>
            <a:off x="106250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8" name="Line"/>
          <p:cNvSpPr/>
          <p:nvPr/>
        </p:nvSpPr>
        <p:spPr>
          <a:xfrm>
            <a:off x="11195691" y="5629912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9" name="Line"/>
          <p:cNvSpPr/>
          <p:nvPr/>
        </p:nvSpPr>
        <p:spPr>
          <a:xfrm flipV="1">
            <a:off x="7781994" y="51789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0" name="Line"/>
          <p:cNvSpPr/>
          <p:nvPr/>
        </p:nvSpPr>
        <p:spPr>
          <a:xfrm flipV="1">
            <a:off x="836195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1" name="Line"/>
          <p:cNvSpPr/>
          <p:nvPr/>
        </p:nvSpPr>
        <p:spPr>
          <a:xfrm flipV="1">
            <a:off x="8927532" y="51779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2" name="Line"/>
          <p:cNvSpPr/>
          <p:nvPr/>
        </p:nvSpPr>
        <p:spPr>
          <a:xfrm flipV="1">
            <a:off x="948833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3" name="Line"/>
          <p:cNvSpPr/>
          <p:nvPr/>
        </p:nvSpPr>
        <p:spPr>
          <a:xfrm flipV="1">
            <a:off x="10048574" y="51836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4" name="Line"/>
          <p:cNvSpPr/>
          <p:nvPr/>
        </p:nvSpPr>
        <p:spPr>
          <a:xfrm flipV="1">
            <a:off x="10615837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5" name="Line"/>
          <p:cNvSpPr/>
          <p:nvPr/>
        </p:nvSpPr>
        <p:spPr>
          <a:xfrm flipV="1">
            <a:off x="11194112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6" name="Line"/>
          <p:cNvSpPr/>
          <p:nvPr/>
        </p:nvSpPr>
        <p:spPr>
          <a:xfrm flipV="1">
            <a:off x="11742216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7" name="Line"/>
          <p:cNvSpPr/>
          <p:nvPr/>
        </p:nvSpPr>
        <p:spPr>
          <a:xfrm>
            <a:off x="7227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8" name="Line"/>
          <p:cNvSpPr/>
          <p:nvPr/>
        </p:nvSpPr>
        <p:spPr>
          <a:xfrm>
            <a:off x="77994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9" name="Line"/>
          <p:cNvSpPr/>
          <p:nvPr/>
        </p:nvSpPr>
        <p:spPr>
          <a:xfrm>
            <a:off x="8370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0" name="Line"/>
          <p:cNvSpPr/>
          <p:nvPr/>
        </p:nvSpPr>
        <p:spPr>
          <a:xfrm>
            <a:off x="89297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1" name="Line"/>
          <p:cNvSpPr/>
          <p:nvPr/>
        </p:nvSpPr>
        <p:spPr>
          <a:xfrm>
            <a:off x="9505240" y="6525714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2" name="Line"/>
          <p:cNvSpPr/>
          <p:nvPr/>
        </p:nvSpPr>
        <p:spPr>
          <a:xfrm>
            <a:off x="100600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3" name="Line"/>
          <p:cNvSpPr/>
          <p:nvPr/>
        </p:nvSpPr>
        <p:spPr>
          <a:xfrm>
            <a:off x="106315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4" name="Line"/>
          <p:cNvSpPr/>
          <p:nvPr/>
        </p:nvSpPr>
        <p:spPr>
          <a:xfrm>
            <a:off x="11214899" y="6525714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5" name="Line"/>
          <p:cNvSpPr/>
          <p:nvPr/>
        </p:nvSpPr>
        <p:spPr>
          <a:xfrm flipV="1">
            <a:off x="7788502" y="60747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6" name="Line"/>
          <p:cNvSpPr/>
          <p:nvPr/>
        </p:nvSpPr>
        <p:spPr>
          <a:xfrm flipV="1">
            <a:off x="836846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7" name="Line"/>
          <p:cNvSpPr/>
          <p:nvPr/>
        </p:nvSpPr>
        <p:spPr>
          <a:xfrm flipV="1">
            <a:off x="8934040" y="60737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8" name="Line"/>
          <p:cNvSpPr/>
          <p:nvPr/>
        </p:nvSpPr>
        <p:spPr>
          <a:xfrm flipV="1">
            <a:off x="949484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9" name="Line"/>
          <p:cNvSpPr/>
          <p:nvPr/>
        </p:nvSpPr>
        <p:spPr>
          <a:xfrm flipV="1">
            <a:off x="10055082" y="607948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0" name="Line"/>
          <p:cNvSpPr/>
          <p:nvPr/>
        </p:nvSpPr>
        <p:spPr>
          <a:xfrm flipV="1">
            <a:off x="10622345" y="608320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1" name="Line"/>
          <p:cNvSpPr/>
          <p:nvPr/>
        </p:nvSpPr>
        <p:spPr>
          <a:xfrm flipV="1">
            <a:off x="11200620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2" name="Line"/>
          <p:cNvSpPr/>
          <p:nvPr/>
        </p:nvSpPr>
        <p:spPr>
          <a:xfrm>
            <a:off x="7242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3" name="Line"/>
          <p:cNvSpPr/>
          <p:nvPr/>
        </p:nvSpPr>
        <p:spPr>
          <a:xfrm>
            <a:off x="78139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4" name="Line"/>
          <p:cNvSpPr/>
          <p:nvPr/>
        </p:nvSpPr>
        <p:spPr>
          <a:xfrm>
            <a:off x="8385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5" name="Line"/>
          <p:cNvSpPr/>
          <p:nvPr/>
        </p:nvSpPr>
        <p:spPr>
          <a:xfrm>
            <a:off x="89442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6" name="Line"/>
          <p:cNvSpPr/>
          <p:nvPr/>
        </p:nvSpPr>
        <p:spPr>
          <a:xfrm>
            <a:off x="9519777" y="7432213"/>
            <a:ext cx="55069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7" name="Line"/>
          <p:cNvSpPr/>
          <p:nvPr/>
        </p:nvSpPr>
        <p:spPr>
          <a:xfrm>
            <a:off x="100745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8" name="Line"/>
          <p:cNvSpPr/>
          <p:nvPr/>
        </p:nvSpPr>
        <p:spPr>
          <a:xfrm>
            <a:off x="106460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9" name="Line"/>
          <p:cNvSpPr/>
          <p:nvPr/>
        </p:nvSpPr>
        <p:spPr>
          <a:xfrm>
            <a:off x="11229437" y="7432213"/>
            <a:ext cx="54283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0" name="Line"/>
          <p:cNvSpPr/>
          <p:nvPr/>
        </p:nvSpPr>
        <p:spPr>
          <a:xfrm flipV="1">
            <a:off x="7803040" y="69812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1" name="Line"/>
          <p:cNvSpPr/>
          <p:nvPr/>
        </p:nvSpPr>
        <p:spPr>
          <a:xfrm flipV="1">
            <a:off x="8370303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2" name="Line"/>
          <p:cNvSpPr/>
          <p:nvPr/>
        </p:nvSpPr>
        <p:spPr>
          <a:xfrm flipV="1">
            <a:off x="8948577" y="69802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3" name="Line"/>
          <p:cNvSpPr/>
          <p:nvPr/>
        </p:nvSpPr>
        <p:spPr>
          <a:xfrm flipV="1">
            <a:off x="9509382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4" name="Line"/>
          <p:cNvSpPr/>
          <p:nvPr/>
        </p:nvSpPr>
        <p:spPr>
          <a:xfrm flipV="1">
            <a:off x="10069619" y="69859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5" name="Line"/>
          <p:cNvSpPr/>
          <p:nvPr/>
        </p:nvSpPr>
        <p:spPr>
          <a:xfrm flipV="1">
            <a:off x="10636882" y="698970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6" name="Line"/>
          <p:cNvSpPr/>
          <p:nvPr/>
        </p:nvSpPr>
        <p:spPr>
          <a:xfrm flipV="1">
            <a:off x="11215157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7" name="Line"/>
          <p:cNvSpPr/>
          <p:nvPr/>
        </p:nvSpPr>
        <p:spPr>
          <a:xfrm>
            <a:off x="7250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8" name="Line"/>
          <p:cNvSpPr/>
          <p:nvPr/>
        </p:nvSpPr>
        <p:spPr>
          <a:xfrm>
            <a:off x="78223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9" name="Line"/>
          <p:cNvSpPr/>
          <p:nvPr/>
        </p:nvSpPr>
        <p:spPr>
          <a:xfrm>
            <a:off x="8393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0" name="Line"/>
          <p:cNvSpPr/>
          <p:nvPr/>
        </p:nvSpPr>
        <p:spPr>
          <a:xfrm>
            <a:off x="89526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1" name="Line"/>
          <p:cNvSpPr/>
          <p:nvPr/>
        </p:nvSpPr>
        <p:spPr>
          <a:xfrm>
            <a:off x="9528132" y="8332289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2" name="Line"/>
          <p:cNvSpPr/>
          <p:nvPr/>
        </p:nvSpPr>
        <p:spPr>
          <a:xfrm>
            <a:off x="100829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3" name="Line"/>
          <p:cNvSpPr/>
          <p:nvPr/>
        </p:nvSpPr>
        <p:spPr>
          <a:xfrm>
            <a:off x="106544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4" name="Line"/>
          <p:cNvSpPr/>
          <p:nvPr/>
        </p:nvSpPr>
        <p:spPr>
          <a:xfrm>
            <a:off x="11237791" y="8332289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5" name="Line"/>
          <p:cNvSpPr/>
          <p:nvPr/>
        </p:nvSpPr>
        <p:spPr>
          <a:xfrm flipV="1">
            <a:off x="7811394" y="788134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6" name="Line"/>
          <p:cNvSpPr/>
          <p:nvPr/>
        </p:nvSpPr>
        <p:spPr>
          <a:xfrm flipV="1">
            <a:off x="8378657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7" name="Line"/>
          <p:cNvSpPr/>
          <p:nvPr/>
        </p:nvSpPr>
        <p:spPr>
          <a:xfrm flipV="1">
            <a:off x="8956932" y="788034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8" name="Line"/>
          <p:cNvSpPr/>
          <p:nvPr/>
        </p:nvSpPr>
        <p:spPr>
          <a:xfrm flipV="1">
            <a:off x="9517736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9" name="Line"/>
          <p:cNvSpPr/>
          <p:nvPr/>
        </p:nvSpPr>
        <p:spPr>
          <a:xfrm flipV="1">
            <a:off x="10077974" y="788606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0" name="Line"/>
          <p:cNvSpPr/>
          <p:nvPr/>
        </p:nvSpPr>
        <p:spPr>
          <a:xfrm flipV="1">
            <a:off x="10645237" y="78897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1" name="Line"/>
          <p:cNvSpPr/>
          <p:nvPr/>
        </p:nvSpPr>
        <p:spPr>
          <a:xfrm flipV="1">
            <a:off x="11223511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2" name="Line"/>
          <p:cNvSpPr/>
          <p:nvPr/>
        </p:nvSpPr>
        <p:spPr>
          <a:xfrm>
            <a:off x="11768041" y="56315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3" name="0"/>
          <p:cNvSpPr txBox="1"/>
          <p:nvPr/>
        </p:nvSpPr>
        <p:spPr>
          <a:xfrm>
            <a:off x="12201146" y="52895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974" name="Line"/>
          <p:cNvSpPr/>
          <p:nvPr/>
        </p:nvSpPr>
        <p:spPr>
          <a:xfrm>
            <a:off x="11793866" y="65332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5" name="0"/>
          <p:cNvSpPr txBox="1"/>
          <p:nvPr/>
        </p:nvSpPr>
        <p:spPr>
          <a:xfrm>
            <a:off x="12226971" y="61912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976" name="Line"/>
          <p:cNvSpPr/>
          <p:nvPr/>
        </p:nvSpPr>
        <p:spPr>
          <a:xfrm>
            <a:off x="11793441" y="74349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7" name="0"/>
          <p:cNvSpPr txBox="1"/>
          <p:nvPr/>
        </p:nvSpPr>
        <p:spPr>
          <a:xfrm>
            <a:off x="12226546" y="70929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978" name="Line"/>
          <p:cNvSpPr/>
          <p:nvPr/>
        </p:nvSpPr>
        <p:spPr>
          <a:xfrm>
            <a:off x="11806141" y="83429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9" name="0"/>
          <p:cNvSpPr txBox="1"/>
          <p:nvPr/>
        </p:nvSpPr>
        <p:spPr>
          <a:xfrm>
            <a:off x="12239246" y="80009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980" name="Line"/>
          <p:cNvSpPr/>
          <p:nvPr/>
        </p:nvSpPr>
        <p:spPr>
          <a:xfrm flipV="1">
            <a:off x="11769675" y="60806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1" name="Line"/>
          <p:cNvSpPr/>
          <p:nvPr/>
        </p:nvSpPr>
        <p:spPr>
          <a:xfrm flipV="1">
            <a:off x="11784212" y="698716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2" name="Line"/>
          <p:cNvSpPr/>
          <p:nvPr/>
        </p:nvSpPr>
        <p:spPr>
          <a:xfrm flipV="1">
            <a:off x="11786508" y="78946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</p:spTree>
  </p:cSld>
  <p:clrMapOvr>
    <a:masterClrMapping/>
  </p:clrMapOvr>
  <p:transition spd="med" advClick="0" advTm="0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6" dur="1250" fill="hold"/>
                                        <p:tgtEl>
                                          <p:spTgt spid="17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50"/>
                            </p:stCondLst>
                            <p:childTnLst>
                              <p:par>
                                <p:cTn id="9" presetID="22" presetClass="exit" presetSubtype="4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0" dur="1250" fill="hold"/>
                                        <p:tgtEl>
                                          <p:spTgt spid="17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xit" presetSubtype="4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4" dur="1250" fill="hold"/>
                                        <p:tgtEl>
                                          <p:spTgt spid="17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750"/>
                            </p:stCondLst>
                            <p:childTnLst>
                              <p:par>
                                <p:cTn id="17" presetID="22" presetClass="exit" presetSubtype="4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8" dur="1250" fill="hold"/>
                                        <p:tgtEl>
                                          <p:spTgt spid="17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0"/>
                            </p:stCondLst>
                            <p:childTnLst>
                              <p:par>
                                <p:cTn id="21" presetID="22" presetClass="exit" presetSubtype="4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2" dur="1250" fill="hold"/>
                                        <p:tgtEl>
                                          <p:spTgt spid="17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50"/>
                            </p:stCondLst>
                            <p:childTnLst>
                              <p:par>
                                <p:cTn id="25" presetID="22" presetClass="exit" presetSubtype="4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6" dur="1250" fill="hold"/>
                                        <p:tgtEl>
                                          <p:spTgt spid="17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00"/>
                            </p:stCondLst>
                            <p:childTnLst>
                              <p:par>
                                <p:cTn id="29" presetID="22" presetClass="exit" presetSubtype="4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30" dur="1250" fill="hold"/>
                                        <p:tgtEl>
                                          <p:spTgt spid="17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8750"/>
                            </p:stCondLst>
                            <p:childTnLst>
                              <p:par>
                                <p:cTn id="33" presetID="22" presetClass="exit" presetSubtype="4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34" dur="1250" fill="hold"/>
                                        <p:tgtEl>
                                          <p:spTgt spid="17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0"/>
                            </p:stCondLst>
                            <p:childTnLst>
                              <p:par>
                                <p:cTn id="37" presetID="22" presetClass="exit" presetSubtype="4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38" dur="1250" fill="hold"/>
                                        <p:tgtEl>
                                          <p:spTgt spid="18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1250"/>
                            </p:stCondLst>
                            <p:childTnLst>
                              <p:par>
                                <p:cTn id="41" presetID="22" presetClass="exit" presetSubtype="4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42" dur="1250" fill="hold"/>
                                        <p:tgtEl>
                                          <p:spTgt spid="18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2500"/>
                            </p:stCondLst>
                            <p:childTnLst>
                              <p:par>
                                <p:cTn id="45" presetID="22" presetClass="exit" presetSubtype="4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46" dur="1250" fill="hold"/>
                                        <p:tgtEl>
                                          <p:spTgt spid="18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3750"/>
                            </p:stCondLst>
                            <p:childTnLst>
                              <p:par>
                                <p:cTn id="49" presetID="22" presetClass="exit" presetSubtype="4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50" dur="1250" fill="hold"/>
                                        <p:tgtEl>
                                          <p:spTgt spid="18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0"/>
                            </p:stCondLst>
                            <p:childTnLst>
                              <p:par>
                                <p:cTn id="53" presetID="22" presetClass="exit" presetSubtype="4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54" dur="1250" fill="hold"/>
                                        <p:tgtEl>
                                          <p:spTgt spid="18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250"/>
                            </p:stCondLst>
                            <p:childTnLst>
                              <p:par>
                                <p:cTn id="57" presetID="22" presetClass="exit" presetSubtype="4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58" dur="1250" fill="hold"/>
                                        <p:tgtEl>
                                          <p:spTgt spid="18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7500"/>
                            </p:stCondLst>
                            <p:childTnLst>
                              <p:par>
                                <p:cTn id="61" presetID="22" presetClass="exit" presetSubtype="4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62" dur="1250" fill="hold"/>
                                        <p:tgtEl>
                                          <p:spTgt spid="18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8750"/>
                            </p:stCondLst>
                            <p:childTnLst>
                              <p:par>
                                <p:cTn id="65" presetID="22" presetClass="exit" presetSubtype="4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66" dur="1250" fill="hold"/>
                                        <p:tgtEl>
                                          <p:spTgt spid="17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0"/>
                            </p:stCondLst>
                            <p:childTnLst>
                              <p:par>
                                <p:cTn id="69" presetID="22" presetClass="exit" presetSubtype="4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70" dur="1250" fill="hold"/>
                                        <p:tgtEl>
                                          <p:spTgt spid="17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1250"/>
                            </p:stCondLst>
                            <p:childTnLst>
                              <p:par>
                                <p:cTn id="73" presetID="22" presetClass="exit" presetSubtype="4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74" dur="1250" fill="hold"/>
                                        <p:tgtEl>
                                          <p:spTgt spid="17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2500"/>
                            </p:stCondLst>
                            <p:childTnLst>
                              <p:par>
                                <p:cTn id="77" presetID="22" presetClass="exit" presetSubtype="4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78" dur="1250" fill="hold"/>
                                        <p:tgtEl>
                                          <p:spTgt spid="17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3750"/>
                            </p:stCondLst>
                            <p:childTnLst>
                              <p:par>
                                <p:cTn id="81" presetID="22" presetClass="exit" presetSubtype="4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82" dur="1250" fill="hold"/>
                                        <p:tgtEl>
                                          <p:spTgt spid="18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5000"/>
                            </p:stCondLst>
                            <p:childTnLst>
                              <p:par>
                                <p:cTn id="85" presetID="22" presetClass="exit" presetSubtype="4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86" dur="1250" fill="hold"/>
                                        <p:tgtEl>
                                          <p:spTgt spid="18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6250"/>
                            </p:stCondLst>
                            <p:childTnLst>
                              <p:par>
                                <p:cTn id="89" presetID="22" presetClass="exit" presetSubtype="4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90" dur="1250" fill="hold"/>
                                        <p:tgtEl>
                                          <p:spTgt spid="18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7500"/>
                            </p:stCondLst>
                            <p:childTnLst>
                              <p:par>
                                <p:cTn id="93" presetID="22" presetClass="exit" presetSubtype="4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94" dur="1250" fill="hold"/>
                                        <p:tgtEl>
                                          <p:spTgt spid="18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8750"/>
                            </p:stCondLst>
                            <p:childTnLst>
                              <p:par>
                                <p:cTn id="97" presetID="22" presetClass="exit" presetSubtype="4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98" dur="1250" fill="hold"/>
                                        <p:tgtEl>
                                          <p:spTgt spid="18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30000"/>
                            </p:stCondLst>
                            <p:childTnLst>
                              <p:par>
                                <p:cTn id="101" presetID="22" presetClass="exit" presetSubtype="4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02" dur="1250" fill="hold"/>
                                        <p:tgtEl>
                                          <p:spTgt spid="18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31250"/>
                            </p:stCondLst>
                            <p:childTnLst>
                              <p:par>
                                <p:cTn id="105" presetID="22" presetClass="exit" presetSubtype="4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06" dur="1250" fill="hold"/>
                                        <p:tgtEl>
                                          <p:spTgt spid="18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32500"/>
                            </p:stCondLst>
                            <p:childTnLst>
                              <p:par>
                                <p:cTn id="109" presetID="22" presetClass="exit" presetSubtype="4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10" dur="1250" fill="hold"/>
                                        <p:tgtEl>
                                          <p:spTgt spid="18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33750"/>
                            </p:stCondLst>
                            <p:childTnLst>
                              <p:par>
                                <p:cTn id="113" presetID="22" presetClass="exit" presetSubtype="4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14" dur="1250" fill="hold"/>
                                        <p:tgtEl>
                                          <p:spTgt spid="17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35000"/>
                            </p:stCondLst>
                            <p:childTnLst>
                              <p:par>
                                <p:cTn id="117" presetID="22" presetClass="exit" presetSubtype="4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18" dur="1250" fill="hold"/>
                                        <p:tgtEl>
                                          <p:spTgt spid="17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36250"/>
                            </p:stCondLst>
                            <p:childTnLst>
                              <p:par>
                                <p:cTn id="121" presetID="22" presetClass="exit" presetSubtype="4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22" dur="1250" fill="hold"/>
                                        <p:tgtEl>
                                          <p:spTgt spid="17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37500"/>
                            </p:stCondLst>
                            <p:childTnLst>
                              <p:par>
                                <p:cTn id="125" presetID="22" presetClass="exit" presetSubtype="4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26" dur="1250" fill="hold"/>
                                        <p:tgtEl>
                                          <p:spTgt spid="17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38750"/>
                            </p:stCondLst>
                            <p:childTnLst>
                              <p:par>
                                <p:cTn id="129" presetID="22" presetClass="exit" presetSubtype="4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30" dur="1250" fill="hold"/>
                                        <p:tgtEl>
                                          <p:spTgt spid="17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40000"/>
                            </p:stCondLst>
                            <p:childTnLst>
                              <p:par>
                                <p:cTn id="133" presetID="22" presetClass="exit" presetSubtype="4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34" dur="1250" fill="hold"/>
                                        <p:tgtEl>
                                          <p:spTgt spid="17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41250"/>
                            </p:stCondLst>
                            <p:childTnLst>
                              <p:par>
                                <p:cTn id="137" presetID="22" presetClass="exit" presetSubtype="4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38" dur="1250" fill="hold"/>
                                        <p:tgtEl>
                                          <p:spTgt spid="17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42500"/>
                            </p:stCondLst>
                            <p:childTnLst>
                              <p:par>
                                <p:cTn id="141" presetID="22" presetClass="exit" presetSubtype="4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42" dur="1250" fill="hold"/>
                                        <p:tgtEl>
                                          <p:spTgt spid="17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43750"/>
                            </p:stCondLst>
                            <p:childTnLst>
                              <p:par>
                                <p:cTn id="145" presetID="22" presetClass="exit" presetSubtype="4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46" dur="1250" fill="hold"/>
                                        <p:tgtEl>
                                          <p:spTgt spid="17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45000"/>
                            </p:stCondLst>
                            <p:childTnLst>
                              <p:par>
                                <p:cTn id="149" presetID="22" presetClass="exit" presetSubtype="4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50" dur="1250" fill="hold"/>
                                        <p:tgtEl>
                                          <p:spTgt spid="17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46250"/>
                            </p:stCondLst>
                            <p:childTnLst>
                              <p:par>
                                <p:cTn id="153" presetID="22" presetClass="exit" presetSubtype="4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54" dur="1250" fill="hold"/>
                                        <p:tgtEl>
                                          <p:spTgt spid="17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47500"/>
                            </p:stCondLst>
                            <p:childTnLst>
                              <p:par>
                                <p:cTn id="157" presetID="22" presetClass="exit" presetSubtype="4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58" dur="1250" fill="hold"/>
                                        <p:tgtEl>
                                          <p:spTgt spid="17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48750"/>
                            </p:stCondLst>
                            <p:childTnLst>
                              <p:par>
                                <p:cTn id="161" presetID="22" presetClass="exit" presetSubtype="4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62" dur="1250" fill="hold"/>
                                        <p:tgtEl>
                                          <p:spTgt spid="17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00"/>
                            </p:stCondLst>
                            <p:childTnLst>
                              <p:par>
                                <p:cTn id="165" presetID="22" presetClass="exit" presetSubtype="4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66" dur="1250" fill="hold"/>
                                        <p:tgtEl>
                                          <p:spTgt spid="17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51250"/>
                            </p:stCondLst>
                            <p:childTnLst>
                              <p:par>
                                <p:cTn id="169" presetID="22" presetClass="exit" presetSubtype="4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70" dur="1250" fill="hold"/>
                                        <p:tgtEl>
                                          <p:spTgt spid="17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52500"/>
                            </p:stCondLst>
                            <p:childTnLst>
                              <p:par>
                                <p:cTn id="173" presetID="22" presetClass="exit" presetSubtype="4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74" dur="1250" fill="hold"/>
                                        <p:tgtEl>
                                          <p:spTgt spid="17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53750"/>
                            </p:stCondLst>
                            <p:childTnLst>
                              <p:par>
                                <p:cTn id="177" presetID="22" presetClass="exit" presetSubtype="4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78" dur="1250" fill="hold"/>
                                        <p:tgtEl>
                                          <p:spTgt spid="17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55000"/>
                            </p:stCondLst>
                            <p:childTnLst>
                              <p:par>
                                <p:cTn id="181" presetID="22" presetClass="exit" presetSubtype="4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82" dur="1250" fill="hold"/>
                                        <p:tgtEl>
                                          <p:spTgt spid="18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56250"/>
                            </p:stCondLst>
                            <p:childTnLst>
                              <p:par>
                                <p:cTn id="185" presetID="22" presetClass="exit" presetSubtype="4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86" dur="1250" fill="hold"/>
                                        <p:tgtEl>
                                          <p:spTgt spid="18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57500"/>
                            </p:stCondLst>
                            <p:childTnLst>
                              <p:par>
                                <p:cTn id="189" presetID="22" presetClass="exit" presetSubtype="4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90" dur="1250" fill="hold"/>
                                        <p:tgtEl>
                                          <p:spTgt spid="18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58750"/>
                            </p:stCondLst>
                            <p:childTnLst>
                              <p:par>
                                <p:cTn id="193" presetID="22" presetClass="exit" presetSubtype="4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94" dur="1250" fill="hold"/>
                                        <p:tgtEl>
                                          <p:spTgt spid="18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60000"/>
                            </p:stCondLst>
                            <p:childTnLst>
                              <p:par>
                                <p:cTn id="197" presetID="22" presetClass="exit" presetSubtype="4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98" dur="1250" fill="hold"/>
                                        <p:tgtEl>
                                          <p:spTgt spid="17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24" grpId="32" animBg="1" advAuto="0"/>
      <p:bldP spid="1725" grpId="49" animBg="1" advAuto="0"/>
      <p:bldP spid="1738" grpId="16" animBg="1" advAuto="0"/>
      <p:bldP spid="1739" grpId="28" animBg="1" advAuto="0"/>
      <p:bldP spid="1740" grpId="29" animBg="1" advAuto="0"/>
      <p:bldP spid="1741" grpId="30" animBg="1" advAuto="0"/>
      <p:bldP spid="1742" grpId="31" animBg="1" advAuto="0"/>
      <p:bldP spid="1743" grpId="3" animBg="1" advAuto="0"/>
      <p:bldP spid="1744" grpId="2" animBg="1" advAuto="0"/>
      <p:bldP spid="1745" grpId="1" animBg="1" advAuto="0"/>
      <p:bldP spid="1748" grpId="37" animBg="1" advAuto="0"/>
      <p:bldP spid="1762" grpId="17" animBg="1" advAuto="0"/>
      <p:bldP spid="1763" grpId="33" animBg="1" advAuto="0"/>
      <p:bldP spid="1764" grpId="34" animBg="1" advAuto="0"/>
      <p:bldP spid="1765" grpId="35" animBg="1" advAuto="0"/>
      <p:bldP spid="1766" grpId="36" animBg="1" advAuto="0"/>
      <p:bldP spid="1767" grpId="6" animBg="1" advAuto="0"/>
      <p:bldP spid="1768" grpId="5" animBg="1" advAuto="0"/>
      <p:bldP spid="1769" grpId="4" animBg="1" advAuto="0"/>
      <p:bldP spid="1778" grpId="18" animBg="1" advAuto="0"/>
      <p:bldP spid="1779" grpId="38" animBg="1" advAuto="0"/>
      <p:bldP spid="1780" grpId="39" animBg="1" advAuto="0"/>
      <p:bldP spid="1781" grpId="40" animBg="1" advAuto="0"/>
      <p:bldP spid="1782" grpId="41" animBg="1" advAuto="0"/>
      <p:bldP spid="1784" grpId="8" animBg="1" advAuto="0"/>
      <p:bldP spid="1785" grpId="7" animBg="1" advAuto="0"/>
      <p:bldP spid="1794" grpId="19" animBg="1" advAuto="0"/>
      <p:bldP spid="1795" grpId="42" animBg="1" advAuto="0"/>
      <p:bldP spid="1796" grpId="43" animBg="1" advAuto="0"/>
      <p:bldP spid="1797" grpId="44" animBg="1" advAuto="0"/>
      <p:bldP spid="1800" grpId="10" animBg="1" advAuto="0"/>
      <p:bldP spid="1801" grpId="9" animBg="1" advAuto="0"/>
      <p:bldP spid="1810" grpId="20" animBg="1" advAuto="0"/>
      <p:bldP spid="1811" grpId="45" animBg="1" advAuto="0"/>
      <p:bldP spid="1812" grpId="46" animBg="1" advAuto="0"/>
      <p:bldP spid="1816" grpId="12" animBg="1" advAuto="0"/>
      <p:bldP spid="1817" grpId="11" animBg="1" advAuto="0"/>
      <p:bldP spid="1824" grpId="21" animBg="1" advAuto="0"/>
      <p:bldP spid="1825" grpId="47" animBg="1" advAuto="0"/>
      <p:bldP spid="1831" grpId="13" animBg="1" advAuto="0"/>
      <p:bldP spid="1836" grpId="48" animBg="1" advAuto="0"/>
      <p:bldP spid="1837" grpId="27" animBg="1" advAuto="0"/>
      <p:bldP spid="1838" grpId="26" animBg="1" advAuto="0"/>
      <p:bldP spid="1839" grpId="25" animBg="1" advAuto="0"/>
      <p:bldP spid="1840" grpId="24" animBg="1" advAuto="0"/>
      <p:bldP spid="1841" grpId="23" animBg="1" advAuto="0"/>
      <p:bldP spid="1842" grpId="15" animBg="1" advAuto="0"/>
      <p:bldP spid="1849" grpId="22" animBg="1" advAuto="0"/>
      <p:bldP spid="1856" grpId="14" animBg="1" advAuto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64</a:t>
            </a:fld>
            <a:endParaRPr/>
          </a:p>
        </p:txBody>
      </p:sp>
      <p:sp>
        <p:nvSpPr>
          <p:cNvPr id="1985" name="B[7:0]"/>
          <p:cNvSpPr/>
          <p:nvPr/>
        </p:nvSpPr>
        <p:spPr>
          <a:xfrm>
            <a:off x="7538293" y="1568450"/>
            <a:ext cx="4391026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B[7:0]</a:t>
            </a:r>
          </a:p>
        </p:txBody>
      </p:sp>
      <p:sp>
        <p:nvSpPr>
          <p:cNvPr id="1986" name="Line"/>
          <p:cNvSpPr/>
          <p:nvPr/>
        </p:nvSpPr>
        <p:spPr>
          <a:xfrm>
            <a:off x="4924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7" name="Line"/>
          <p:cNvSpPr/>
          <p:nvPr/>
        </p:nvSpPr>
        <p:spPr>
          <a:xfrm>
            <a:off x="5495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8" name="Line"/>
          <p:cNvSpPr/>
          <p:nvPr/>
        </p:nvSpPr>
        <p:spPr>
          <a:xfrm>
            <a:off x="60546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9" name="Line"/>
          <p:cNvSpPr/>
          <p:nvPr/>
        </p:nvSpPr>
        <p:spPr>
          <a:xfrm>
            <a:off x="66261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0" name="Line"/>
          <p:cNvSpPr/>
          <p:nvPr/>
        </p:nvSpPr>
        <p:spPr>
          <a:xfrm>
            <a:off x="7184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1" name="Line"/>
          <p:cNvSpPr/>
          <p:nvPr/>
        </p:nvSpPr>
        <p:spPr>
          <a:xfrm>
            <a:off x="7756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2" name="Line"/>
          <p:cNvSpPr/>
          <p:nvPr/>
        </p:nvSpPr>
        <p:spPr>
          <a:xfrm>
            <a:off x="8327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3" name="Line"/>
          <p:cNvSpPr/>
          <p:nvPr/>
        </p:nvSpPr>
        <p:spPr>
          <a:xfrm>
            <a:off x="8899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4" name="Line"/>
          <p:cNvSpPr/>
          <p:nvPr/>
        </p:nvSpPr>
        <p:spPr>
          <a:xfrm>
            <a:off x="9458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5" name="Line"/>
          <p:cNvSpPr/>
          <p:nvPr/>
        </p:nvSpPr>
        <p:spPr>
          <a:xfrm>
            <a:off x="100297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6" name="Line"/>
          <p:cNvSpPr/>
          <p:nvPr/>
        </p:nvSpPr>
        <p:spPr>
          <a:xfrm>
            <a:off x="10588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7" name="Line"/>
          <p:cNvSpPr/>
          <p:nvPr/>
        </p:nvSpPr>
        <p:spPr>
          <a:xfrm>
            <a:off x="11160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8" name="Line"/>
          <p:cNvSpPr/>
          <p:nvPr/>
        </p:nvSpPr>
        <p:spPr>
          <a:xfrm>
            <a:off x="11718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9" name="0"/>
          <p:cNvSpPr txBox="1"/>
          <p:nvPr/>
        </p:nvSpPr>
        <p:spPr>
          <a:xfrm>
            <a:off x="12151980" y="16763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00" name="Line"/>
          <p:cNvSpPr/>
          <p:nvPr/>
        </p:nvSpPr>
        <p:spPr>
          <a:xfrm>
            <a:off x="4391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1" name="Line"/>
          <p:cNvSpPr/>
          <p:nvPr/>
        </p:nvSpPr>
        <p:spPr>
          <a:xfrm>
            <a:off x="495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2" name="Line"/>
          <p:cNvSpPr/>
          <p:nvPr/>
        </p:nvSpPr>
        <p:spPr>
          <a:xfrm>
            <a:off x="552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3" name="Line"/>
          <p:cNvSpPr/>
          <p:nvPr/>
        </p:nvSpPr>
        <p:spPr>
          <a:xfrm>
            <a:off x="60805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4" name="Line"/>
          <p:cNvSpPr/>
          <p:nvPr/>
        </p:nvSpPr>
        <p:spPr>
          <a:xfrm>
            <a:off x="66520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5" name="Line"/>
          <p:cNvSpPr/>
          <p:nvPr/>
        </p:nvSpPr>
        <p:spPr>
          <a:xfrm>
            <a:off x="7198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6" name="Line"/>
          <p:cNvSpPr/>
          <p:nvPr/>
        </p:nvSpPr>
        <p:spPr>
          <a:xfrm>
            <a:off x="77696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7" name="Line"/>
          <p:cNvSpPr/>
          <p:nvPr/>
        </p:nvSpPr>
        <p:spPr>
          <a:xfrm>
            <a:off x="8341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8" name="Line"/>
          <p:cNvSpPr/>
          <p:nvPr/>
        </p:nvSpPr>
        <p:spPr>
          <a:xfrm>
            <a:off x="889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9" name="Line"/>
          <p:cNvSpPr/>
          <p:nvPr/>
        </p:nvSpPr>
        <p:spPr>
          <a:xfrm>
            <a:off x="9475391" y="2920095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0" name="Line"/>
          <p:cNvSpPr/>
          <p:nvPr/>
        </p:nvSpPr>
        <p:spPr>
          <a:xfrm>
            <a:off x="1003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1" name="Line"/>
          <p:cNvSpPr/>
          <p:nvPr/>
        </p:nvSpPr>
        <p:spPr>
          <a:xfrm>
            <a:off x="1060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2" name="Line"/>
          <p:cNvSpPr/>
          <p:nvPr/>
        </p:nvSpPr>
        <p:spPr>
          <a:xfrm>
            <a:off x="11172350" y="2920095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3" name="Line"/>
          <p:cNvSpPr/>
          <p:nvPr/>
        </p:nvSpPr>
        <p:spPr>
          <a:xfrm>
            <a:off x="11744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4" name="0"/>
          <p:cNvSpPr txBox="1"/>
          <p:nvPr/>
        </p:nvSpPr>
        <p:spPr>
          <a:xfrm>
            <a:off x="12177805" y="25780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15" name="Line"/>
          <p:cNvSpPr/>
          <p:nvPr/>
        </p:nvSpPr>
        <p:spPr>
          <a:xfrm>
            <a:off x="3819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6" name="Line"/>
          <p:cNvSpPr/>
          <p:nvPr/>
        </p:nvSpPr>
        <p:spPr>
          <a:xfrm>
            <a:off x="4390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7" name="Line"/>
          <p:cNvSpPr/>
          <p:nvPr/>
        </p:nvSpPr>
        <p:spPr>
          <a:xfrm>
            <a:off x="4949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8" name="Line"/>
          <p:cNvSpPr/>
          <p:nvPr/>
        </p:nvSpPr>
        <p:spPr>
          <a:xfrm>
            <a:off x="5521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9" name="Line"/>
          <p:cNvSpPr/>
          <p:nvPr/>
        </p:nvSpPr>
        <p:spPr>
          <a:xfrm>
            <a:off x="60800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0" name="Line"/>
          <p:cNvSpPr/>
          <p:nvPr/>
        </p:nvSpPr>
        <p:spPr>
          <a:xfrm>
            <a:off x="66515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1" name="adjust"/>
          <p:cNvSpPr/>
          <p:nvPr/>
        </p:nvSpPr>
        <p:spPr>
          <a:xfrm>
            <a:off x="53067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22" name="Line"/>
          <p:cNvSpPr/>
          <p:nvPr/>
        </p:nvSpPr>
        <p:spPr>
          <a:xfrm>
            <a:off x="11744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3" name="0"/>
          <p:cNvSpPr txBox="1"/>
          <p:nvPr/>
        </p:nvSpPr>
        <p:spPr>
          <a:xfrm>
            <a:off x="12177380" y="34797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24" name="Line"/>
          <p:cNvSpPr/>
          <p:nvPr/>
        </p:nvSpPr>
        <p:spPr>
          <a:xfrm>
            <a:off x="3832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5" name="Line"/>
          <p:cNvSpPr/>
          <p:nvPr/>
        </p:nvSpPr>
        <p:spPr>
          <a:xfrm>
            <a:off x="4403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6" name="Line"/>
          <p:cNvSpPr/>
          <p:nvPr/>
        </p:nvSpPr>
        <p:spPr>
          <a:xfrm>
            <a:off x="4962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7" name="Line"/>
          <p:cNvSpPr/>
          <p:nvPr/>
        </p:nvSpPr>
        <p:spPr>
          <a:xfrm>
            <a:off x="5533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8" name="Line"/>
          <p:cNvSpPr/>
          <p:nvPr/>
        </p:nvSpPr>
        <p:spPr>
          <a:xfrm>
            <a:off x="60927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9" name="Line"/>
          <p:cNvSpPr/>
          <p:nvPr/>
        </p:nvSpPr>
        <p:spPr>
          <a:xfrm>
            <a:off x="66642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0" name="Line"/>
          <p:cNvSpPr/>
          <p:nvPr/>
        </p:nvSpPr>
        <p:spPr>
          <a:xfrm>
            <a:off x="3247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1" name="adjust"/>
          <p:cNvSpPr/>
          <p:nvPr/>
        </p:nvSpPr>
        <p:spPr>
          <a:xfrm>
            <a:off x="53194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32" name="Line"/>
          <p:cNvSpPr/>
          <p:nvPr/>
        </p:nvSpPr>
        <p:spPr>
          <a:xfrm>
            <a:off x="11756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3" name="0"/>
          <p:cNvSpPr txBox="1"/>
          <p:nvPr/>
        </p:nvSpPr>
        <p:spPr>
          <a:xfrm>
            <a:off x="12190080" y="43878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34" name="Line"/>
          <p:cNvSpPr/>
          <p:nvPr/>
        </p:nvSpPr>
        <p:spPr>
          <a:xfrm>
            <a:off x="3832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5" name="Line"/>
          <p:cNvSpPr/>
          <p:nvPr/>
        </p:nvSpPr>
        <p:spPr>
          <a:xfrm>
            <a:off x="4403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6" name="Line"/>
          <p:cNvSpPr/>
          <p:nvPr/>
        </p:nvSpPr>
        <p:spPr>
          <a:xfrm>
            <a:off x="4962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7" name="Line"/>
          <p:cNvSpPr/>
          <p:nvPr/>
        </p:nvSpPr>
        <p:spPr>
          <a:xfrm>
            <a:off x="5533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8" name="Line"/>
          <p:cNvSpPr/>
          <p:nvPr/>
        </p:nvSpPr>
        <p:spPr>
          <a:xfrm>
            <a:off x="60927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9" name="Line"/>
          <p:cNvSpPr/>
          <p:nvPr/>
        </p:nvSpPr>
        <p:spPr>
          <a:xfrm>
            <a:off x="66642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0" name="Line"/>
          <p:cNvSpPr/>
          <p:nvPr/>
        </p:nvSpPr>
        <p:spPr>
          <a:xfrm>
            <a:off x="2676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1" name="Line"/>
          <p:cNvSpPr/>
          <p:nvPr/>
        </p:nvSpPr>
        <p:spPr>
          <a:xfrm>
            <a:off x="3247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2" name="adjust"/>
          <p:cNvSpPr/>
          <p:nvPr/>
        </p:nvSpPr>
        <p:spPr>
          <a:xfrm>
            <a:off x="53194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43" name="Line"/>
          <p:cNvSpPr/>
          <p:nvPr/>
        </p:nvSpPr>
        <p:spPr>
          <a:xfrm>
            <a:off x="3819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4" name="Line"/>
          <p:cNvSpPr/>
          <p:nvPr/>
        </p:nvSpPr>
        <p:spPr>
          <a:xfrm>
            <a:off x="4390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5" name="Line"/>
          <p:cNvSpPr/>
          <p:nvPr/>
        </p:nvSpPr>
        <p:spPr>
          <a:xfrm>
            <a:off x="4949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6" name="Line"/>
          <p:cNvSpPr/>
          <p:nvPr/>
        </p:nvSpPr>
        <p:spPr>
          <a:xfrm>
            <a:off x="5521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7" name="Line"/>
          <p:cNvSpPr/>
          <p:nvPr/>
        </p:nvSpPr>
        <p:spPr>
          <a:xfrm>
            <a:off x="60800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8" name="Line"/>
          <p:cNvSpPr/>
          <p:nvPr/>
        </p:nvSpPr>
        <p:spPr>
          <a:xfrm>
            <a:off x="66515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9" name="Line"/>
          <p:cNvSpPr/>
          <p:nvPr/>
        </p:nvSpPr>
        <p:spPr>
          <a:xfrm>
            <a:off x="2104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50" name="Line"/>
          <p:cNvSpPr/>
          <p:nvPr/>
        </p:nvSpPr>
        <p:spPr>
          <a:xfrm>
            <a:off x="2663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51" name="Line"/>
          <p:cNvSpPr/>
          <p:nvPr/>
        </p:nvSpPr>
        <p:spPr>
          <a:xfrm>
            <a:off x="3235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52" name="adjust"/>
          <p:cNvSpPr/>
          <p:nvPr/>
        </p:nvSpPr>
        <p:spPr>
          <a:xfrm>
            <a:off x="53067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53" name="adjust"/>
          <p:cNvSpPr/>
          <p:nvPr/>
        </p:nvSpPr>
        <p:spPr>
          <a:xfrm>
            <a:off x="30334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54" name="0"/>
          <p:cNvSpPr txBox="1"/>
          <p:nvPr/>
        </p:nvSpPr>
        <p:spPr>
          <a:xfrm>
            <a:off x="70459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55" name="0"/>
          <p:cNvSpPr txBox="1"/>
          <p:nvPr/>
        </p:nvSpPr>
        <p:spPr>
          <a:xfrm>
            <a:off x="648292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56" name="0"/>
          <p:cNvSpPr txBox="1"/>
          <p:nvPr/>
        </p:nvSpPr>
        <p:spPr>
          <a:xfrm>
            <a:off x="5928443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57" name="0"/>
          <p:cNvSpPr txBox="1"/>
          <p:nvPr/>
        </p:nvSpPr>
        <p:spPr>
          <a:xfrm>
            <a:off x="53568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58" name="Line"/>
          <p:cNvSpPr/>
          <p:nvPr/>
        </p:nvSpPr>
        <p:spPr>
          <a:xfrm>
            <a:off x="3833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59" name="Line"/>
          <p:cNvSpPr/>
          <p:nvPr/>
        </p:nvSpPr>
        <p:spPr>
          <a:xfrm>
            <a:off x="4405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0" name="Line"/>
          <p:cNvSpPr/>
          <p:nvPr/>
        </p:nvSpPr>
        <p:spPr>
          <a:xfrm>
            <a:off x="4963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1" name="Line"/>
          <p:cNvSpPr/>
          <p:nvPr/>
        </p:nvSpPr>
        <p:spPr>
          <a:xfrm>
            <a:off x="5535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2" name="Line"/>
          <p:cNvSpPr/>
          <p:nvPr/>
        </p:nvSpPr>
        <p:spPr>
          <a:xfrm>
            <a:off x="60942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3" name="Line"/>
          <p:cNvSpPr/>
          <p:nvPr/>
        </p:nvSpPr>
        <p:spPr>
          <a:xfrm>
            <a:off x="66657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4" name="Line"/>
          <p:cNvSpPr/>
          <p:nvPr/>
        </p:nvSpPr>
        <p:spPr>
          <a:xfrm>
            <a:off x="1547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5" name="Line"/>
          <p:cNvSpPr/>
          <p:nvPr/>
        </p:nvSpPr>
        <p:spPr>
          <a:xfrm>
            <a:off x="2119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6" name="Line"/>
          <p:cNvSpPr/>
          <p:nvPr/>
        </p:nvSpPr>
        <p:spPr>
          <a:xfrm>
            <a:off x="2677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7" name="Line"/>
          <p:cNvSpPr/>
          <p:nvPr/>
        </p:nvSpPr>
        <p:spPr>
          <a:xfrm>
            <a:off x="3249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8" name="adjust"/>
          <p:cNvSpPr/>
          <p:nvPr/>
        </p:nvSpPr>
        <p:spPr>
          <a:xfrm>
            <a:off x="53209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69" name="adjust"/>
          <p:cNvSpPr/>
          <p:nvPr/>
        </p:nvSpPr>
        <p:spPr>
          <a:xfrm>
            <a:off x="30476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70" name="Line"/>
          <p:cNvSpPr/>
          <p:nvPr/>
        </p:nvSpPr>
        <p:spPr>
          <a:xfrm>
            <a:off x="3252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1" name="Line"/>
          <p:cNvSpPr/>
          <p:nvPr/>
        </p:nvSpPr>
        <p:spPr>
          <a:xfrm>
            <a:off x="3823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2" name="Line"/>
          <p:cNvSpPr/>
          <p:nvPr/>
        </p:nvSpPr>
        <p:spPr>
          <a:xfrm>
            <a:off x="4382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3" name="Line"/>
          <p:cNvSpPr/>
          <p:nvPr/>
        </p:nvSpPr>
        <p:spPr>
          <a:xfrm>
            <a:off x="4954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4" name="Line"/>
          <p:cNvSpPr/>
          <p:nvPr/>
        </p:nvSpPr>
        <p:spPr>
          <a:xfrm>
            <a:off x="55128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5" name="Line"/>
          <p:cNvSpPr/>
          <p:nvPr/>
        </p:nvSpPr>
        <p:spPr>
          <a:xfrm>
            <a:off x="60843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6" name="Line"/>
          <p:cNvSpPr/>
          <p:nvPr/>
        </p:nvSpPr>
        <p:spPr>
          <a:xfrm>
            <a:off x="6643197" y="8319404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7" name="Line"/>
          <p:cNvSpPr/>
          <p:nvPr/>
        </p:nvSpPr>
        <p:spPr>
          <a:xfrm>
            <a:off x="966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8" name="Line"/>
          <p:cNvSpPr/>
          <p:nvPr/>
        </p:nvSpPr>
        <p:spPr>
          <a:xfrm>
            <a:off x="1537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9" name="Line"/>
          <p:cNvSpPr/>
          <p:nvPr/>
        </p:nvSpPr>
        <p:spPr>
          <a:xfrm>
            <a:off x="2096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0" name="Line"/>
          <p:cNvSpPr/>
          <p:nvPr/>
        </p:nvSpPr>
        <p:spPr>
          <a:xfrm>
            <a:off x="2668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1" name="BCD[0]"/>
          <p:cNvSpPr/>
          <p:nvPr/>
        </p:nvSpPr>
        <p:spPr>
          <a:xfrm>
            <a:off x="53257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BCD[0]</a:t>
            </a:r>
          </a:p>
        </p:txBody>
      </p:sp>
      <p:sp>
        <p:nvSpPr>
          <p:cNvPr id="2082" name="BCD[1]"/>
          <p:cNvSpPr/>
          <p:nvPr/>
        </p:nvSpPr>
        <p:spPr>
          <a:xfrm>
            <a:off x="30524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BCD[1]</a:t>
            </a:r>
          </a:p>
        </p:txBody>
      </p:sp>
      <p:sp>
        <p:nvSpPr>
          <p:cNvPr id="2083" name="BCD[2]"/>
          <p:cNvSpPr/>
          <p:nvPr/>
        </p:nvSpPr>
        <p:spPr>
          <a:xfrm>
            <a:off x="7918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BCD[2]</a:t>
            </a:r>
          </a:p>
        </p:txBody>
      </p:sp>
      <p:sp>
        <p:nvSpPr>
          <p:cNvPr id="2084" name="Line"/>
          <p:cNvSpPr/>
          <p:nvPr/>
        </p:nvSpPr>
        <p:spPr>
          <a:xfrm flipV="1">
            <a:off x="7758653" y="2469153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5" name="Line"/>
          <p:cNvSpPr/>
          <p:nvPr/>
        </p:nvSpPr>
        <p:spPr>
          <a:xfrm flipV="1">
            <a:off x="8338616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6" name="Line"/>
          <p:cNvSpPr/>
          <p:nvPr/>
        </p:nvSpPr>
        <p:spPr>
          <a:xfrm flipV="1">
            <a:off x="8904191" y="246815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7" name="Line"/>
          <p:cNvSpPr/>
          <p:nvPr/>
        </p:nvSpPr>
        <p:spPr>
          <a:xfrm flipV="1">
            <a:off x="9464995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8" name="Line"/>
          <p:cNvSpPr/>
          <p:nvPr/>
        </p:nvSpPr>
        <p:spPr>
          <a:xfrm flipV="1">
            <a:off x="10025233" y="24738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9" name="Line"/>
          <p:cNvSpPr/>
          <p:nvPr/>
        </p:nvSpPr>
        <p:spPr>
          <a:xfrm flipV="1">
            <a:off x="10592496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0" name="Line"/>
          <p:cNvSpPr/>
          <p:nvPr/>
        </p:nvSpPr>
        <p:spPr>
          <a:xfrm flipV="1">
            <a:off x="11170770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1" name="Line"/>
          <p:cNvSpPr/>
          <p:nvPr/>
        </p:nvSpPr>
        <p:spPr>
          <a:xfrm flipV="1">
            <a:off x="11718875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2" name="Line"/>
          <p:cNvSpPr/>
          <p:nvPr/>
        </p:nvSpPr>
        <p:spPr>
          <a:xfrm>
            <a:off x="7204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3" name="Line"/>
          <p:cNvSpPr/>
          <p:nvPr/>
        </p:nvSpPr>
        <p:spPr>
          <a:xfrm>
            <a:off x="77761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4" name="Line"/>
          <p:cNvSpPr/>
          <p:nvPr/>
        </p:nvSpPr>
        <p:spPr>
          <a:xfrm>
            <a:off x="8347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5" name="Line"/>
          <p:cNvSpPr/>
          <p:nvPr/>
        </p:nvSpPr>
        <p:spPr>
          <a:xfrm>
            <a:off x="89064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6" name="Line"/>
          <p:cNvSpPr/>
          <p:nvPr/>
        </p:nvSpPr>
        <p:spPr>
          <a:xfrm>
            <a:off x="9481899" y="3815898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7" name="Line"/>
          <p:cNvSpPr/>
          <p:nvPr/>
        </p:nvSpPr>
        <p:spPr>
          <a:xfrm>
            <a:off x="100367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8" name="Line"/>
          <p:cNvSpPr/>
          <p:nvPr/>
        </p:nvSpPr>
        <p:spPr>
          <a:xfrm>
            <a:off x="106082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9" name="Line"/>
          <p:cNvSpPr/>
          <p:nvPr/>
        </p:nvSpPr>
        <p:spPr>
          <a:xfrm>
            <a:off x="11178858" y="3815898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0" name="Line"/>
          <p:cNvSpPr/>
          <p:nvPr/>
        </p:nvSpPr>
        <p:spPr>
          <a:xfrm flipV="1">
            <a:off x="7765161" y="336495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1" name="Line"/>
          <p:cNvSpPr/>
          <p:nvPr/>
        </p:nvSpPr>
        <p:spPr>
          <a:xfrm flipV="1">
            <a:off x="834512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2" name="Line"/>
          <p:cNvSpPr/>
          <p:nvPr/>
        </p:nvSpPr>
        <p:spPr>
          <a:xfrm flipV="1">
            <a:off x="8910699" y="336395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3" name="Line"/>
          <p:cNvSpPr/>
          <p:nvPr/>
        </p:nvSpPr>
        <p:spPr>
          <a:xfrm flipV="1">
            <a:off x="947150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4" name="Line"/>
          <p:cNvSpPr/>
          <p:nvPr/>
        </p:nvSpPr>
        <p:spPr>
          <a:xfrm flipV="1">
            <a:off x="10031741" y="33696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5" name="Line"/>
          <p:cNvSpPr/>
          <p:nvPr/>
        </p:nvSpPr>
        <p:spPr>
          <a:xfrm flipV="1">
            <a:off x="10599004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6" name="Line"/>
          <p:cNvSpPr/>
          <p:nvPr/>
        </p:nvSpPr>
        <p:spPr>
          <a:xfrm flipV="1">
            <a:off x="11177279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7" name="Line"/>
          <p:cNvSpPr/>
          <p:nvPr/>
        </p:nvSpPr>
        <p:spPr>
          <a:xfrm flipV="1">
            <a:off x="11725383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8" name="Line"/>
          <p:cNvSpPr/>
          <p:nvPr/>
        </p:nvSpPr>
        <p:spPr>
          <a:xfrm>
            <a:off x="7219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9" name="Line"/>
          <p:cNvSpPr/>
          <p:nvPr/>
        </p:nvSpPr>
        <p:spPr>
          <a:xfrm>
            <a:off x="77906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0" name="Line"/>
          <p:cNvSpPr/>
          <p:nvPr/>
        </p:nvSpPr>
        <p:spPr>
          <a:xfrm>
            <a:off x="8362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1" name="Line"/>
          <p:cNvSpPr/>
          <p:nvPr/>
        </p:nvSpPr>
        <p:spPr>
          <a:xfrm>
            <a:off x="89209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2" name="Line"/>
          <p:cNvSpPr/>
          <p:nvPr/>
        </p:nvSpPr>
        <p:spPr>
          <a:xfrm>
            <a:off x="9496436" y="4722396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3" name="Line"/>
          <p:cNvSpPr/>
          <p:nvPr/>
        </p:nvSpPr>
        <p:spPr>
          <a:xfrm>
            <a:off x="100512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4" name="Line"/>
          <p:cNvSpPr/>
          <p:nvPr/>
        </p:nvSpPr>
        <p:spPr>
          <a:xfrm>
            <a:off x="106227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5" name="Line"/>
          <p:cNvSpPr/>
          <p:nvPr/>
        </p:nvSpPr>
        <p:spPr>
          <a:xfrm>
            <a:off x="11193395" y="4722396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6" name="Line"/>
          <p:cNvSpPr/>
          <p:nvPr/>
        </p:nvSpPr>
        <p:spPr>
          <a:xfrm flipV="1">
            <a:off x="7779698" y="427145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7" name="Line"/>
          <p:cNvSpPr/>
          <p:nvPr/>
        </p:nvSpPr>
        <p:spPr>
          <a:xfrm flipV="1">
            <a:off x="834696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8" name="Line"/>
          <p:cNvSpPr/>
          <p:nvPr/>
        </p:nvSpPr>
        <p:spPr>
          <a:xfrm flipV="1">
            <a:off x="8925236" y="427045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9" name="Line"/>
          <p:cNvSpPr/>
          <p:nvPr/>
        </p:nvSpPr>
        <p:spPr>
          <a:xfrm flipV="1">
            <a:off x="948604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0" name="Line"/>
          <p:cNvSpPr/>
          <p:nvPr/>
        </p:nvSpPr>
        <p:spPr>
          <a:xfrm flipV="1">
            <a:off x="10046278" y="42761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1" name="Line"/>
          <p:cNvSpPr/>
          <p:nvPr/>
        </p:nvSpPr>
        <p:spPr>
          <a:xfrm flipV="1">
            <a:off x="10613541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2" name="Line"/>
          <p:cNvSpPr/>
          <p:nvPr/>
        </p:nvSpPr>
        <p:spPr>
          <a:xfrm flipV="1">
            <a:off x="11191816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3" name="Line"/>
          <p:cNvSpPr/>
          <p:nvPr/>
        </p:nvSpPr>
        <p:spPr>
          <a:xfrm flipV="1">
            <a:off x="11739920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4" name="Line"/>
          <p:cNvSpPr/>
          <p:nvPr/>
        </p:nvSpPr>
        <p:spPr>
          <a:xfrm>
            <a:off x="7221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5" name="Line"/>
          <p:cNvSpPr/>
          <p:nvPr/>
        </p:nvSpPr>
        <p:spPr>
          <a:xfrm>
            <a:off x="77929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6" name="Line"/>
          <p:cNvSpPr/>
          <p:nvPr/>
        </p:nvSpPr>
        <p:spPr>
          <a:xfrm>
            <a:off x="8364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7" name="Line"/>
          <p:cNvSpPr/>
          <p:nvPr/>
        </p:nvSpPr>
        <p:spPr>
          <a:xfrm>
            <a:off x="89232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8" name="Line"/>
          <p:cNvSpPr/>
          <p:nvPr/>
        </p:nvSpPr>
        <p:spPr>
          <a:xfrm>
            <a:off x="9498732" y="5629912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9" name="Line"/>
          <p:cNvSpPr/>
          <p:nvPr/>
        </p:nvSpPr>
        <p:spPr>
          <a:xfrm>
            <a:off x="100535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0" name="Line"/>
          <p:cNvSpPr/>
          <p:nvPr/>
        </p:nvSpPr>
        <p:spPr>
          <a:xfrm>
            <a:off x="106250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1" name="Line"/>
          <p:cNvSpPr/>
          <p:nvPr/>
        </p:nvSpPr>
        <p:spPr>
          <a:xfrm>
            <a:off x="11195691" y="5629912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2" name="Line"/>
          <p:cNvSpPr/>
          <p:nvPr/>
        </p:nvSpPr>
        <p:spPr>
          <a:xfrm flipV="1">
            <a:off x="7781994" y="51789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3" name="Line"/>
          <p:cNvSpPr/>
          <p:nvPr/>
        </p:nvSpPr>
        <p:spPr>
          <a:xfrm flipV="1">
            <a:off x="836195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4" name="Line"/>
          <p:cNvSpPr/>
          <p:nvPr/>
        </p:nvSpPr>
        <p:spPr>
          <a:xfrm flipV="1">
            <a:off x="8927532" y="51779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5" name="Line"/>
          <p:cNvSpPr/>
          <p:nvPr/>
        </p:nvSpPr>
        <p:spPr>
          <a:xfrm flipV="1">
            <a:off x="948833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6" name="Line"/>
          <p:cNvSpPr/>
          <p:nvPr/>
        </p:nvSpPr>
        <p:spPr>
          <a:xfrm flipV="1">
            <a:off x="10048574" y="51836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7" name="Line"/>
          <p:cNvSpPr/>
          <p:nvPr/>
        </p:nvSpPr>
        <p:spPr>
          <a:xfrm flipV="1">
            <a:off x="10615837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8" name="Line"/>
          <p:cNvSpPr/>
          <p:nvPr/>
        </p:nvSpPr>
        <p:spPr>
          <a:xfrm flipV="1">
            <a:off x="11194112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9" name="Line"/>
          <p:cNvSpPr/>
          <p:nvPr/>
        </p:nvSpPr>
        <p:spPr>
          <a:xfrm flipV="1">
            <a:off x="11742216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0" name="Line"/>
          <p:cNvSpPr/>
          <p:nvPr/>
        </p:nvSpPr>
        <p:spPr>
          <a:xfrm>
            <a:off x="7227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1" name="Line"/>
          <p:cNvSpPr/>
          <p:nvPr/>
        </p:nvSpPr>
        <p:spPr>
          <a:xfrm>
            <a:off x="77994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2" name="Line"/>
          <p:cNvSpPr/>
          <p:nvPr/>
        </p:nvSpPr>
        <p:spPr>
          <a:xfrm>
            <a:off x="8370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3" name="Line"/>
          <p:cNvSpPr/>
          <p:nvPr/>
        </p:nvSpPr>
        <p:spPr>
          <a:xfrm>
            <a:off x="89297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4" name="Line"/>
          <p:cNvSpPr/>
          <p:nvPr/>
        </p:nvSpPr>
        <p:spPr>
          <a:xfrm>
            <a:off x="9505240" y="6525714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5" name="Line"/>
          <p:cNvSpPr/>
          <p:nvPr/>
        </p:nvSpPr>
        <p:spPr>
          <a:xfrm>
            <a:off x="100600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6" name="Line"/>
          <p:cNvSpPr/>
          <p:nvPr/>
        </p:nvSpPr>
        <p:spPr>
          <a:xfrm>
            <a:off x="106315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7" name="Line"/>
          <p:cNvSpPr/>
          <p:nvPr/>
        </p:nvSpPr>
        <p:spPr>
          <a:xfrm>
            <a:off x="11214899" y="6525714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8" name="Line"/>
          <p:cNvSpPr/>
          <p:nvPr/>
        </p:nvSpPr>
        <p:spPr>
          <a:xfrm flipV="1">
            <a:off x="7788502" y="60747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9" name="Line"/>
          <p:cNvSpPr/>
          <p:nvPr/>
        </p:nvSpPr>
        <p:spPr>
          <a:xfrm flipV="1">
            <a:off x="836846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0" name="Line"/>
          <p:cNvSpPr/>
          <p:nvPr/>
        </p:nvSpPr>
        <p:spPr>
          <a:xfrm flipV="1">
            <a:off x="8934040" y="60737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1" name="Line"/>
          <p:cNvSpPr/>
          <p:nvPr/>
        </p:nvSpPr>
        <p:spPr>
          <a:xfrm flipV="1">
            <a:off x="949484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2" name="Line"/>
          <p:cNvSpPr/>
          <p:nvPr/>
        </p:nvSpPr>
        <p:spPr>
          <a:xfrm flipV="1">
            <a:off x="10055082" y="607948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3" name="Line"/>
          <p:cNvSpPr/>
          <p:nvPr/>
        </p:nvSpPr>
        <p:spPr>
          <a:xfrm flipV="1">
            <a:off x="10622345" y="608320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4" name="Line"/>
          <p:cNvSpPr/>
          <p:nvPr/>
        </p:nvSpPr>
        <p:spPr>
          <a:xfrm flipV="1">
            <a:off x="11200620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5" name="Line"/>
          <p:cNvSpPr/>
          <p:nvPr/>
        </p:nvSpPr>
        <p:spPr>
          <a:xfrm>
            <a:off x="7242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6" name="Line"/>
          <p:cNvSpPr/>
          <p:nvPr/>
        </p:nvSpPr>
        <p:spPr>
          <a:xfrm>
            <a:off x="78139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7" name="Line"/>
          <p:cNvSpPr/>
          <p:nvPr/>
        </p:nvSpPr>
        <p:spPr>
          <a:xfrm>
            <a:off x="8385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8" name="Line"/>
          <p:cNvSpPr/>
          <p:nvPr/>
        </p:nvSpPr>
        <p:spPr>
          <a:xfrm>
            <a:off x="89442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9" name="Line"/>
          <p:cNvSpPr/>
          <p:nvPr/>
        </p:nvSpPr>
        <p:spPr>
          <a:xfrm>
            <a:off x="9519777" y="7432213"/>
            <a:ext cx="55069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0" name="Line"/>
          <p:cNvSpPr/>
          <p:nvPr/>
        </p:nvSpPr>
        <p:spPr>
          <a:xfrm>
            <a:off x="100745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1" name="Line"/>
          <p:cNvSpPr/>
          <p:nvPr/>
        </p:nvSpPr>
        <p:spPr>
          <a:xfrm>
            <a:off x="106460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2" name="Line"/>
          <p:cNvSpPr/>
          <p:nvPr/>
        </p:nvSpPr>
        <p:spPr>
          <a:xfrm>
            <a:off x="11229437" y="7432213"/>
            <a:ext cx="54283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3" name="Line"/>
          <p:cNvSpPr/>
          <p:nvPr/>
        </p:nvSpPr>
        <p:spPr>
          <a:xfrm flipV="1">
            <a:off x="7803040" y="69812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4" name="Line"/>
          <p:cNvSpPr/>
          <p:nvPr/>
        </p:nvSpPr>
        <p:spPr>
          <a:xfrm flipV="1">
            <a:off x="8370303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5" name="Line"/>
          <p:cNvSpPr/>
          <p:nvPr/>
        </p:nvSpPr>
        <p:spPr>
          <a:xfrm flipV="1">
            <a:off x="8948577" y="69802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6" name="Line"/>
          <p:cNvSpPr/>
          <p:nvPr/>
        </p:nvSpPr>
        <p:spPr>
          <a:xfrm flipV="1">
            <a:off x="9509382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7" name="Line"/>
          <p:cNvSpPr/>
          <p:nvPr/>
        </p:nvSpPr>
        <p:spPr>
          <a:xfrm flipV="1">
            <a:off x="10069619" y="69859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8" name="Line"/>
          <p:cNvSpPr/>
          <p:nvPr/>
        </p:nvSpPr>
        <p:spPr>
          <a:xfrm flipV="1">
            <a:off x="10636882" y="698970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9" name="Line"/>
          <p:cNvSpPr/>
          <p:nvPr/>
        </p:nvSpPr>
        <p:spPr>
          <a:xfrm flipV="1">
            <a:off x="11215157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0" name="Line"/>
          <p:cNvSpPr/>
          <p:nvPr/>
        </p:nvSpPr>
        <p:spPr>
          <a:xfrm>
            <a:off x="7250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1" name="Line"/>
          <p:cNvSpPr/>
          <p:nvPr/>
        </p:nvSpPr>
        <p:spPr>
          <a:xfrm>
            <a:off x="78223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2" name="Line"/>
          <p:cNvSpPr/>
          <p:nvPr/>
        </p:nvSpPr>
        <p:spPr>
          <a:xfrm>
            <a:off x="8393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3" name="Line"/>
          <p:cNvSpPr/>
          <p:nvPr/>
        </p:nvSpPr>
        <p:spPr>
          <a:xfrm>
            <a:off x="89526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4" name="Line"/>
          <p:cNvSpPr/>
          <p:nvPr/>
        </p:nvSpPr>
        <p:spPr>
          <a:xfrm>
            <a:off x="9528132" y="8332289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5" name="Line"/>
          <p:cNvSpPr/>
          <p:nvPr/>
        </p:nvSpPr>
        <p:spPr>
          <a:xfrm>
            <a:off x="100829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6" name="Line"/>
          <p:cNvSpPr/>
          <p:nvPr/>
        </p:nvSpPr>
        <p:spPr>
          <a:xfrm>
            <a:off x="106544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7" name="Line"/>
          <p:cNvSpPr/>
          <p:nvPr/>
        </p:nvSpPr>
        <p:spPr>
          <a:xfrm>
            <a:off x="11237791" y="8332289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8" name="Line"/>
          <p:cNvSpPr/>
          <p:nvPr/>
        </p:nvSpPr>
        <p:spPr>
          <a:xfrm flipV="1">
            <a:off x="7811394" y="788134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9" name="Line"/>
          <p:cNvSpPr/>
          <p:nvPr/>
        </p:nvSpPr>
        <p:spPr>
          <a:xfrm flipV="1">
            <a:off x="8378657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0" name="Line"/>
          <p:cNvSpPr/>
          <p:nvPr/>
        </p:nvSpPr>
        <p:spPr>
          <a:xfrm flipV="1">
            <a:off x="8956932" y="788034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1" name="Line"/>
          <p:cNvSpPr/>
          <p:nvPr/>
        </p:nvSpPr>
        <p:spPr>
          <a:xfrm flipV="1">
            <a:off x="9517736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2" name="Line"/>
          <p:cNvSpPr/>
          <p:nvPr/>
        </p:nvSpPr>
        <p:spPr>
          <a:xfrm flipV="1">
            <a:off x="10077974" y="788606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3" name="Line"/>
          <p:cNvSpPr/>
          <p:nvPr/>
        </p:nvSpPr>
        <p:spPr>
          <a:xfrm flipV="1">
            <a:off x="10645237" y="78897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4" name="Line"/>
          <p:cNvSpPr/>
          <p:nvPr/>
        </p:nvSpPr>
        <p:spPr>
          <a:xfrm flipV="1">
            <a:off x="11223511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5" name="Line"/>
          <p:cNvSpPr/>
          <p:nvPr/>
        </p:nvSpPr>
        <p:spPr>
          <a:xfrm>
            <a:off x="11768041" y="56315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6" name="0"/>
          <p:cNvSpPr txBox="1"/>
          <p:nvPr/>
        </p:nvSpPr>
        <p:spPr>
          <a:xfrm>
            <a:off x="12201146" y="52895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187" name="Line"/>
          <p:cNvSpPr/>
          <p:nvPr/>
        </p:nvSpPr>
        <p:spPr>
          <a:xfrm>
            <a:off x="11793866" y="65332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8" name="0"/>
          <p:cNvSpPr txBox="1"/>
          <p:nvPr/>
        </p:nvSpPr>
        <p:spPr>
          <a:xfrm>
            <a:off x="12226971" y="61912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189" name="Line"/>
          <p:cNvSpPr/>
          <p:nvPr/>
        </p:nvSpPr>
        <p:spPr>
          <a:xfrm>
            <a:off x="11793441" y="74349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0" name="0"/>
          <p:cNvSpPr txBox="1"/>
          <p:nvPr/>
        </p:nvSpPr>
        <p:spPr>
          <a:xfrm>
            <a:off x="12226546" y="70929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191" name="Line"/>
          <p:cNvSpPr/>
          <p:nvPr/>
        </p:nvSpPr>
        <p:spPr>
          <a:xfrm>
            <a:off x="11806141" y="83429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2" name="0"/>
          <p:cNvSpPr txBox="1"/>
          <p:nvPr/>
        </p:nvSpPr>
        <p:spPr>
          <a:xfrm>
            <a:off x="12239246" y="80009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193" name="Line"/>
          <p:cNvSpPr/>
          <p:nvPr/>
        </p:nvSpPr>
        <p:spPr>
          <a:xfrm flipV="1">
            <a:off x="11769675" y="60806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4" name="Line"/>
          <p:cNvSpPr/>
          <p:nvPr/>
        </p:nvSpPr>
        <p:spPr>
          <a:xfrm flipV="1">
            <a:off x="11784212" y="698716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5" name="Line"/>
          <p:cNvSpPr/>
          <p:nvPr/>
        </p:nvSpPr>
        <p:spPr>
          <a:xfrm flipV="1">
            <a:off x="11786508" y="78946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6" name="Line"/>
          <p:cNvSpPr/>
          <p:nvPr/>
        </p:nvSpPr>
        <p:spPr>
          <a:xfrm flipV="1">
            <a:off x="4933295" y="24591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7" name="Line"/>
          <p:cNvSpPr/>
          <p:nvPr/>
        </p:nvSpPr>
        <p:spPr>
          <a:xfrm flipV="1">
            <a:off x="5494100" y="24638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8" name="Line"/>
          <p:cNvSpPr/>
          <p:nvPr/>
        </p:nvSpPr>
        <p:spPr>
          <a:xfrm flipV="1">
            <a:off x="6054337" y="246487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9" name="Line"/>
          <p:cNvSpPr/>
          <p:nvPr/>
        </p:nvSpPr>
        <p:spPr>
          <a:xfrm flipV="1">
            <a:off x="6621600" y="246859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0" name="Line"/>
          <p:cNvSpPr/>
          <p:nvPr/>
        </p:nvSpPr>
        <p:spPr>
          <a:xfrm flipV="1">
            <a:off x="7199875" y="24638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1" name="Line"/>
          <p:cNvSpPr/>
          <p:nvPr/>
        </p:nvSpPr>
        <p:spPr>
          <a:xfrm flipV="1">
            <a:off x="4379576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2" name="Line"/>
          <p:cNvSpPr/>
          <p:nvPr/>
        </p:nvSpPr>
        <p:spPr>
          <a:xfrm flipV="1">
            <a:off x="4945151" y="336681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3" name="Line"/>
          <p:cNvSpPr/>
          <p:nvPr/>
        </p:nvSpPr>
        <p:spPr>
          <a:xfrm flipV="1">
            <a:off x="5505956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4" name="Line"/>
          <p:cNvSpPr/>
          <p:nvPr/>
        </p:nvSpPr>
        <p:spPr>
          <a:xfrm flipV="1">
            <a:off x="6066193" y="337252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5" name="Line"/>
          <p:cNvSpPr/>
          <p:nvPr/>
        </p:nvSpPr>
        <p:spPr>
          <a:xfrm flipV="1">
            <a:off x="6633456" y="337624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6" name="Line"/>
          <p:cNvSpPr/>
          <p:nvPr/>
        </p:nvSpPr>
        <p:spPr>
          <a:xfrm flipV="1">
            <a:off x="7211731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7" name="Line"/>
          <p:cNvSpPr/>
          <p:nvPr/>
        </p:nvSpPr>
        <p:spPr>
          <a:xfrm flipV="1">
            <a:off x="3811353" y="427666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8" name="Line"/>
          <p:cNvSpPr/>
          <p:nvPr/>
        </p:nvSpPr>
        <p:spPr>
          <a:xfrm flipV="1">
            <a:off x="4391316" y="42803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9" name="Line"/>
          <p:cNvSpPr/>
          <p:nvPr/>
        </p:nvSpPr>
        <p:spPr>
          <a:xfrm flipV="1">
            <a:off x="4956891" y="427566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0" name="Line"/>
          <p:cNvSpPr/>
          <p:nvPr/>
        </p:nvSpPr>
        <p:spPr>
          <a:xfrm flipV="1">
            <a:off x="3813463" y="520803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1" name="Line"/>
          <p:cNvSpPr/>
          <p:nvPr/>
        </p:nvSpPr>
        <p:spPr>
          <a:xfrm flipV="1">
            <a:off x="4393426" y="521175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2" name="Line"/>
          <p:cNvSpPr/>
          <p:nvPr/>
        </p:nvSpPr>
        <p:spPr>
          <a:xfrm flipV="1">
            <a:off x="4959001" y="5207041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3" name="Line"/>
          <p:cNvSpPr/>
          <p:nvPr/>
        </p:nvSpPr>
        <p:spPr>
          <a:xfrm flipV="1">
            <a:off x="3250480" y="519861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4" name="Line"/>
          <p:cNvSpPr/>
          <p:nvPr/>
        </p:nvSpPr>
        <p:spPr>
          <a:xfrm flipV="1">
            <a:off x="3813463" y="609537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5" name="Line"/>
          <p:cNvSpPr/>
          <p:nvPr/>
        </p:nvSpPr>
        <p:spPr>
          <a:xfrm flipV="1">
            <a:off x="4393426" y="609909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6" name="Line"/>
          <p:cNvSpPr/>
          <p:nvPr/>
        </p:nvSpPr>
        <p:spPr>
          <a:xfrm flipV="1">
            <a:off x="4959001" y="6094382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7" name="Line"/>
          <p:cNvSpPr/>
          <p:nvPr/>
        </p:nvSpPr>
        <p:spPr>
          <a:xfrm flipV="1">
            <a:off x="2672205" y="60906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8" name="Line"/>
          <p:cNvSpPr/>
          <p:nvPr/>
        </p:nvSpPr>
        <p:spPr>
          <a:xfrm flipV="1">
            <a:off x="3250480" y="6085956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9" name="Line"/>
          <p:cNvSpPr/>
          <p:nvPr/>
        </p:nvSpPr>
        <p:spPr>
          <a:xfrm flipV="1">
            <a:off x="2104521" y="699020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20" name="Line"/>
          <p:cNvSpPr/>
          <p:nvPr/>
        </p:nvSpPr>
        <p:spPr>
          <a:xfrm flipV="1">
            <a:off x="2670095" y="698548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21" name="Line"/>
          <p:cNvSpPr/>
          <p:nvPr/>
        </p:nvSpPr>
        <p:spPr>
          <a:xfrm flipV="1">
            <a:off x="1540163" y="7854180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22" name="Line"/>
          <p:cNvSpPr/>
          <p:nvPr/>
        </p:nvSpPr>
        <p:spPr>
          <a:xfrm flipV="1">
            <a:off x="2120126" y="7857900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23" name="Line"/>
          <p:cNvSpPr/>
          <p:nvPr/>
        </p:nvSpPr>
        <p:spPr>
          <a:xfrm flipV="1">
            <a:off x="2685701" y="785318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</p:spTree>
  </p:cSld>
  <p:clrMapOvr>
    <a:masterClrMapping/>
  </p:clrMapOvr>
  <p:transition spd="med" advClick="0" advTm="0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6" dur="1250" fill="hold"/>
                                        <p:tgtEl>
                                          <p:spTgt spid="19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50"/>
                            </p:stCondLst>
                            <p:childTnLst>
                              <p:par>
                                <p:cTn id="9" presetID="22" presetClass="exit" presetSubtype="4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0" dur="1250" fill="hold"/>
                                        <p:tgtEl>
                                          <p:spTgt spid="19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xit" presetSubtype="4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4" dur="1250" fill="hold"/>
                                        <p:tgtEl>
                                          <p:spTgt spid="20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750"/>
                            </p:stCondLst>
                            <p:childTnLst>
                              <p:par>
                                <p:cTn id="17" presetID="22" presetClass="exit" presetSubtype="4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8" dur="1250" fill="hold"/>
                                        <p:tgtEl>
                                          <p:spTgt spid="20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0"/>
                            </p:stCondLst>
                            <p:childTnLst>
                              <p:par>
                                <p:cTn id="21" presetID="22" presetClass="exit" presetSubtype="4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2" dur="1250" fill="hold"/>
                                        <p:tgtEl>
                                          <p:spTgt spid="20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50"/>
                            </p:stCondLst>
                            <p:childTnLst>
                              <p:par>
                                <p:cTn id="25" presetID="22" presetClass="exit" presetSubtype="4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6" dur="1250" fill="hold"/>
                                        <p:tgtEl>
                                          <p:spTgt spid="20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00"/>
                            </p:stCondLst>
                            <p:childTnLst>
                              <p:par>
                                <p:cTn id="29" presetID="22" presetClass="exit" presetSubtype="4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30" dur="1250" fill="hold"/>
                                        <p:tgtEl>
                                          <p:spTgt spid="2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8750"/>
                            </p:stCondLst>
                            <p:childTnLst>
                              <p:par>
                                <p:cTn id="33" presetID="22" presetClass="exit" presetSubtype="4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34" dur="1250" fill="hold"/>
                                        <p:tgtEl>
                                          <p:spTgt spid="2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0"/>
                            </p:stCondLst>
                            <p:childTnLst>
                              <p:par>
                                <p:cTn id="37" presetID="22" presetClass="exit" presetSubtype="4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38" dur="1250" fill="hold"/>
                                        <p:tgtEl>
                                          <p:spTgt spid="20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1250"/>
                            </p:stCondLst>
                            <p:childTnLst>
                              <p:par>
                                <p:cTn id="41" presetID="22" presetClass="exit" presetSubtype="4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42" dur="1250" fill="hold"/>
                                        <p:tgtEl>
                                          <p:spTgt spid="20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2500"/>
                            </p:stCondLst>
                            <p:childTnLst>
                              <p:par>
                                <p:cTn id="45" presetID="22" presetClass="exit" presetSubtype="4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46" dur="1250" fill="hold"/>
                                        <p:tgtEl>
                                          <p:spTgt spid="20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3750"/>
                            </p:stCondLst>
                            <p:childTnLst>
                              <p:par>
                                <p:cTn id="49" presetID="22" presetClass="exit" presetSubtype="4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50" dur="1250" fill="hold"/>
                                        <p:tgtEl>
                                          <p:spTgt spid="20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0"/>
                            </p:stCondLst>
                            <p:childTnLst>
                              <p:par>
                                <p:cTn id="53" presetID="22" presetClass="exit" presetSubtype="4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54" dur="1250" fill="hold"/>
                                        <p:tgtEl>
                                          <p:spTgt spid="21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250"/>
                            </p:stCondLst>
                            <p:childTnLst>
                              <p:par>
                                <p:cTn id="57" presetID="22" presetClass="exit" presetSubtype="4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58" dur="1250" fill="hold"/>
                                        <p:tgtEl>
                                          <p:spTgt spid="21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7500"/>
                            </p:stCondLst>
                            <p:childTnLst>
                              <p:par>
                                <p:cTn id="61" presetID="22" presetClass="exit" presetSubtype="4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62" dur="1250" fill="hold"/>
                                        <p:tgtEl>
                                          <p:spTgt spid="21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8750"/>
                            </p:stCondLst>
                            <p:childTnLst>
                              <p:par>
                                <p:cTn id="65" presetID="22" presetClass="exit" presetSubtype="4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66" dur="1250" fill="hold"/>
                                        <p:tgtEl>
                                          <p:spTgt spid="20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0"/>
                            </p:stCondLst>
                            <p:childTnLst>
                              <p:par>
                                <p:cTn id="69" presetID="22" presetClass="exit" presetSubtype="4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70" dur="1250" fill="hold"/>
                                        <p:tgtEl>
                                          <p:spTgt spid="21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1250"/>
                            </p:stCondLst>
                            <p:childTnLst>
                              <p:par>
                                <p:cTn id="73" presetID="22" presetClass="exit" presetSubtype="4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74" dur="1250" fill="hold"/>
                                        <p:tgtEl>
                                          <p:spTgt spid="21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2500"/>
                            </p:stCondLst>
                            <p:childTnLst>
                              <p:par>
                                <p:cTn id="77" presetID="22" presetClass="exit" presetSubtype="4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78" dur="1250" fill="hold"/>
                                        <p:tgtEl>
                                          <p:spTgt spid="21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3750"/>
                            </p:stCondLst>
                            <p:childTnLst>
                              <p:par>
                                <p:cTn id="81" presetID="22" presetClass="exit" presetSubtype="4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82" dur="1250" fill="hold"/>
                                        <p:tgtEl>
                                          <p:spTgt spid="20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5000"/>
                            </p:stCondLst>
                            <p:childTnLst>
                              <p:par>
                                <p:cTn id="85" presetID="22" presetClass="exit" presetSubtype="4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86" dur="1250" fill="hold"/>
                                        <p:tgtEl>
                                          <p:spTgt spid="21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6250"/>
                            </p:stCondLst>
                            <p:childTnLst>
                              <p:par>
                                <p:cTn id="89" presetID="22" presetClass="exit" presetSubtype="4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90" dur="1250" fill="hold"/>
                                        <p:tgtEl>
                                          <p:spTgt spid="21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7500"/>
                            </p:stCondLst>
                            <p:childTnLst>
                              <p:par>
                                <p:cTn id="93" presetID="22" presetClass="exit" presetSubtype="4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94" dur="1250" fill="hold"/>
                                        <p:tgtEl>
                                          <p:spTgt spid="21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8750"/>
                            </p:stCondLst>
                            <p:childTnLst>
                              <p:par>
                                <p:cTn id="97" presetID="22" presetClass="exit" presetSubtype="4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98" dur="1250" fill="hold"/>
                                        <p:tgtEl>
                                          <p:spTgt spid="21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30000"/>
                            </p:stCondLst>
                            <p:childTnLst>
                              <p:par>
                                <p:cTn id="101" presetID="22" presetClass="exit" presetSubtype="4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02" dur="1250" fill="hold"/>
                                        <p:tgtEl>
                                          <p:spTgt spid="2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31250"/>
                            </p:stCondLst>
                            <p:childTnLst>
                              <p:par>
                                <p:cTn id="105" presetID="22" presetClass="exit" presetSubtype="4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06" dur="1250" fill="hold"/>
                                        <p:tgtEl>
                                          <p:spTgt spid="21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32500"/>
                            </p:stCondLst>
                            <p:childTnLst>
                              <p:par>
                                <p:cTn id="109" presetID="22" presetClass="exit" presetSubtype="4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10" dur="1250" fill="hold"/>
                                        <p:tgtEl>
                                          <p:spTgt spid="21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33750"/>
                            </p:stCondLst>
                            <p:childTnLst>
                              <p:par>
                                <p:cTn id="113" presetID="22" presetClass="exit" presetSubtype="4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14" dur="1250" fill="hold"/>
                                        <p:tgtEl>
                                          <p:spTgt spid="21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35000"/>
                            </p:stCondLst>
                            <p:childTnLst>
                              <p:par>
                                <p:cTn id="117" presetID="22" presetClass="exit" presetSubtype="4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18" dur="1250" fill="hold"/>
                                        <p:tgtEl>
                                          <p:spTgt spid="21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36250"/>
                            </p:stCondLst>
                            <p:childTnLst>
                              <p:par>
                                <p:cTn id="121" presetID="22" presetClass="exit" presetSubtype="4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22" dur="1250" fill="hold"/>
                                        <p:tgtEl>
                                          <p:spTgt spid="21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37500"/>
                            </p:stCondLst>
                            <p:childTnLst>
                              <p:par>
                                <p:cTn id="125" presetID="22" presetClass="exit" presetSubtype="4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26" dur="1250" fill="hold"/>
                                        <p:tgtEl>
                                          <p:spTgt spid="21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38750"/>
                            </p:stCondLst>
                            <p:childTnLst>
                              <p:par>
                                <p:cTn id="129" presetID="22" presetClass="exit" presetSubtype="4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30" dur="1250" fill="hold"/>
                                        <p:tgtEl>
                                          <p:spTgt spid="21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40000"/>
                            </p:stCondLst>
                            <p:childTnLst>
                              <p:par>
                                <p:cTn id="133" presetID="22" presetClass="exit" presetSubtype="4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34" dur="1250" fill="hold"/>
                                        <p:tgtEl>
                                          <p:spTgt spid="21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41250"/>
                            </p:stCondLst>
                            <p:childTnLst>
                              <p:par>
                                <p:cTn id="137" presetID="22" presetClass="exit" presetSubtype="4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38" dur="1250" fill="hold"/>
                                        <p:tgtEl>
                                          <p:spTgt spid="21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42500"/>
                            </p:stCondLst>
                            <p:childTnLst>
                              <p:par>
                                <p:cTn id="141" presetID="22" presetClass="exit" presetSubtype="4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42" dur="1250" fill="hold"/>
                                        <p:tgtEl>
                                          <p:spTgt spid="21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43750"/>
                            </p:stCondLst>
                            <p:childTnLst>
                              <p:par>
                                <p:cTn id="145" presetID="22" presetClass="exit" presetSubtype="4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46" dur="1250" fill="hold"/>
                                        <p:tgtEl>
                                          <p:spTgt spid="21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45000"/>
                            </p:stCondLst>
                            <p:childTnLst>
                              <p:par>
                                <p:cTn id="149" presetID="22" presetClass="exit" presetSubtype="4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50" dur="1250" fill="hold"/>
                                        <p:tgtEl>
                                          <p:spTgt spid="21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46250"/>
                            </p:stCondLst>
                            <p:childTnLst>
                              <p:par>
                                <p:cTn id="153" presetID="22" presetClass="exit" presetSubtype="4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54" dur="1250" fill="hold"/>
                                        <p:tgtEl>
                                          <p:spTgt spid="21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47500"/>
                            </p:stCondLst>
                            <p:childTnLst>
                              <p:par>
                                <p:cTn id="157" presetID="22" presetClass="exit" presetSubtype="4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58" dur="1250" fill="hold"/>
                                        <p:tgtEl>
                                          <p:spTgt spid="21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48750"/>
                            </p:stCondLst>
                            <p:childTnLst>
                              <p:par>
                                <p:cTn id="161" presetID="22" presetClass="exit" presetSubtype="4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62" dur="1250" fill="hold"/>
                                        <p:tgtEl>
                                          <p:spTgt spid="21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00"/>
                            </p:stCondLst>
                            <p:childTnLst>
                              <p:par>
                                <p:cTn id="165" presetID="22" presetClass="exit" presetSubtype="4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66" dur="1250" fill="hold"/>
                                        <p:tgtEl>
                                          <p:spTgt spid="21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51250"/>
                            </p:stCondLst>
                            <p:childTnLst>
                              <p:par>
                                <p:cTn id="169" presetID="22" presetClass="exit" presetSubtype="4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70" dur="1250" fill="hold"/>
                                        <p:tgtEl>
                                          <p:spTgt spid="2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52500"/>
                            </p:stCondLst>
                            <p:childTnLst>
                              <p:par>
                                <p:cTn id="173" presetID="22" presetClass="exit" presetSubtype="4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74" dur="1250" fill="hold"/>
                                        <p:tgtEl>
                                          <p:spTgt spid="21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53750"/>
                            </p:stCondLst>
                            <p:childTnLst>
                              <p:par>
                                <p:cTn id="177" presetID="22" presetClass="exit" presetSubtype="4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78" dur="1250" fill="hold"/>
                                        <p:tgtEl>
                                          <p:spTgt spid="21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55000"/>
                            </p:stCondLst>
                            <p:childTnLst>
                              <p:par>
                                <p:cTn id="181" presetID="22" presetClass="exit" presetSubtype="4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82" dur="1250" fill="hold"/>
                                        <p:tgtEl>
                                          <p:spTgt spid="21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56250"/>
                            </p:stCondLst>
                            <p:childTnLst>
                              <p:par>
                                <p:cTn id="185" presetID="22" presetClass="exit" presetSubtype="4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86" dur="1250" fill="hold"/>
                                        <p:tgtEl>
                                          <p:spTgt spid="21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57500"/>
                            </p:stCondLst>
                            <p:childTnLst>
                              <p:par>
                                <p:cTn id="189" presetID="22" presetClass="exit" presetSubtype="4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90" dur="1250" fill="hold"/>
                                        <p:tgtEl>
                                          <p:spTgt spid="21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58750"/>
                            </p:stCondLst>
                            <p:childTnLst>
                              <p:par>
                                <p:cTn id="193" presetID="22" presetClass="exit" presetSubtype="4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94" dur="1250" fill="hold"/>
                                        <p:tgtEl>
                                          <p:spTgt spid="21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60000"/>
                            </p:stCondLst>
                            <p:childTnLst>
                              <p:par>
                                <p:cTn id="197" presetID="22" presetClass="exit" presetSubtype="4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98" dur="1250" fill="hold"/>
                                        <p:tgtEl>
                                          <p:spTgt spid="21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61250"/>
                            </p:stCondLst>
                            <p:childTnLst>
                              <p:par>
                                <p:cTn id="201" presetID="22" presetClass="exit" presetSubtype="4" fill="hold" grpId="5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02" dur="1250" fill="hold"/>
                                        <p:tgtEl>
                                          <p:spTgt spid="21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4" fill="hold">
                            <p:stCondLst>
                              <p:cond delay="62500"/>
                            </p:stCondLst>
                            <p:childTnLst>
                              <p:par>
                                <p:cTn id="205" presetID="22" presetClass="exit" presetSubtype="4" fill="hold" grpId="5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06" dur="1250" fill="hold"/>
                                        <p:tgtEl>
                                          <p:spTgt spid="21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8" fill="hold">
                            <p:stCondLst>
                              <p:cond delay="63750"/>
                            </p:stCondLst>
                            <p:childTnLst>
                              <p:par>
                                <p:cTn id="209" presetID="22" presetClass="exit" presetSubtype="4" fill="hold" grpId="5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10" dur="1250" fill="hold"/>
                                        <p:tgtEl>
                                          <p:spTgt spid="21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65000"/>
                            </p:stCondLst>
                            <p:childTnLst>
                              <p:par>
                                <p:cTn id="213" presetID="22" presetClass="exit" presetSubtype="4" fill="hold" grpId="5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14" dur="1250" fill="hold"/>
                                        <p:tgtEl>
                                          <p:spTgt spid="21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66250"/>
                            </p:stCondLst>
                            <p:childTnLst>
                              <p:par>
                                <p:cTn id="217" presetID="22" presetClass="exit" presetSubtype="4" fill="hold" grpId="5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18" dur="1250" fill="hold"/>
                                        <p:tgtEl>
                                          <p:spTgt spid="21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0" fill="hold">
                            <p:stCondLst>
                              <p:cond delay="67500"/>
                            </p:stCondLst>
                            <p:childTnLst>
                              <p:par>
                                <p:cTn id="221" presetID="22" presetClass="exit" presetSubtype="4" fill="hold" grpId="5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22" dur="1250" fill="hold"/>
                                        <p:tgtEl>
                                          <p:spTgt spid="21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4" fill="hold">
                            <p:stCondLst>
                              <p:cond delay="68750"/>
                            </p:stCondLst>
                            <p:childTnLst>
                              <p:par>
                                <p:cTn id="225" presetID="22" presetClass="exit" presetSubtype="4" fill="hold" grpId="5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26" dur="1250" fill="hold"/>
                                        <p:tgtEl>
                                          <p:spTgt spid="21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8" fill="hold">
                            <p:stCondLst>
                              <p:cond delay="70000"/>
                            </p:stCondLst>
                            <p:childTnLst>
                              <p:par>
                                <p:cTn id="229" presetID="22" presetClass="exit" presetSubtype="4" fill="hold" grpId="5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30" dur="1250" fill="hold"/>
                                        <p:tgtEl>
                                          <p:spTgt spid="21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2" fill="hold">
                            <p:stCondLst>
                              <p:cond delay="71250"/>
                            </p:stCondLst>
                            <p:childTnLst>
                              <p:par>
                                <p:cTn id="233" presetID="22" presetClass="exit" presetSubtype="4" fill="hold" grpId="5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34" dur="1250" fill="hold"/>
                                        <p:tgtEl>
                                          <p:spTgt spid="21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6" fill="hold">
                            <p:stCondLst>
                              <p:cond delay="72500"/>
                            </p:stCondLst>
                            <p:childTnLst>
                              <p:par>
                                <p:cTn id="237" presetID="22" presetClass="exit" presetSubtype="4" fill="hold" grpId="5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38" dur="1250" fill="hold"/>
                                        <p:tgtEl>
                                          <p:spTgt spid="2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0" fill="hold">
                            <p:stCondLst>
                              <p:cond delay="73750"/>
                            </p:stCondLst>
                            <p:childTnLst>
                              <p:par>
                                <p:cTn id="241" presetID="22" presetClass="exit" presetSubtype="4" fill="hold" grpId="6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42" dur="1250" fill="hold"/>
                                        <p:tgtEl>
                                          <p:spTgt spid="2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4" fill="hold">
                            <p:stCondLst>
                              <p:cond delay="75000"/>
                            </p:stCondLst>
                            <p:childTnLst>
                              <p:par>
                                <p:cTn id="245" presetID="22" presetClass="exit" presetSubtype="4" fill="hold" grpId="6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46" dur="1250" fill="hold"/>
                                        <p:tgtEl>
                                          <p:spTgt spid="2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8" fill="hold">
                            <p:stCondLst>
                              <p:cond delay="76250"/>
                            </p:stCondLst>
                            <p:childTnLst>
                              <p:par>
                                <p:cTn id="249" presetID="22" presetClass="exit" presetSubtype="4" fill="hold" grpId="6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50" dur="1250" fill="hold"/>
                                        <p:tgtEl>
                                          <p:spTgt spid="2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2" fill="hold">
                            <p:stCondLst>
                              <p:cond delay="77500"/>
                            </p:stCondLst>
                            <p:childTnLst>
                              <p:par>
                                <p:cTn id="253" presetID="22" presetClass="exit" presetSubtype="4" fill="hold" grpId="6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54" dur="1250" fill="hold"/>
                                        <p:tgtEl>
                                          <p:spTgt spid="21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6" fill="hold">
                            <p:stCondLst>
                              <p:cond delay="78750"/>
                            </p:stCondLst>
                            <p:childTnLst>
                              <p:par>
                                <p:cTn id="257" presetID="22" presetClass="exit" presetSubtype="4" fill="hold" grpId="6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58" dur="1250" fill="hold"/>
                                        <p:tgtEl>
                                          <p:spTgt spid="2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0" fill="hold">
                            <p:stCondLst>
                              <p:cond delay="80000"/>
                            </p:stCondLst>
                            <p:childTnLst>
                              <p:par>
                                <p:cTn id="261" presetID="22" presetClass="exit" presetSubtype="4" fill="hold" grpId="6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62" dur="1250" fill="hold"/>
                                        <p:tgtEl>
                                          <p:spTgt spid="21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4" fill="hold">
                            <p:stCondLst>
                              <p:cond delay="81250"/>
                            </p:stCondLst>
                            <p:childTnLst>
                              <p:par>
                                <p:cTn id="265" presetID="22" presetClass="exit" presetSubtype="4" fill="hold" grpId="6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66" dur="1250" fill="hold"/>
                                        <p:tgtEl>
                                          <p:spTgt spid="21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82500"/>
                            </p:stCondLst>
                            <p:childTnLst>
                              <p:par>
                                <p:cTn id="269" presetID="22" presetClass="exit" presetSubtype="4" fill="hold" grpId="6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70" dur="1250" fill="hold"/>
                                        <p:tgtEl>
                                          <p:spTgt spid="21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2" fill="hold">
                            <p:stCondLst>
                              <p:cond delay="83750"/>
                            </p:stCondLst>
                            <p:childTnLst>
                              <p:par>
                                <p:cTn id="273" presetID="22" presetClass="exit" presetSubtype="4" fill="hold" grpId="6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74" dur="1250" fill="hold"/>
                                        <p:tgtEl>
                                          <p:spTgt spid="21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6" fill="hold">
                            <p:stCondLst>
                              <p:cond delay="85000"/>
                            </p:stCondLst>
                            <p:childTnLst>
                              <p:par>
                                <p:cTn id="277" presetID="22" presetClass="exit" presetSubtype="4" fill="hold" grpId="6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78" dur="1250" fill="hold"/>
                                        <p:tgtEl>
                                          <p:spTgt spid="21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0" fill="hold">
                            <p:stCondLst>
                              <p:cond delay="86250"/>
                            </p:stCondLst>
                            <p:childTnLst>
                              <p:par>
                                <p:cTn id="281" presetID="22" presetClass="exit" presetSubtype="4" fill="hold" grpId="7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82" dur="1250" fill="hold"/>
                                        <p:tgtEl>
                                          <p:spTgt spid="2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4" fill="hold">
                            <p:stCondLst>
                              <p:cond delay="87500"/>
                            </p:stCondLst>
                            <p:childTnLst>
                              <p:par>
                                <p:cTn id="285" presetID="22" presetClass="exit" presetSubtype="4" fill="hold" grpId="7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86" dur="1250" fill="hold"/>
                                        <p:tgtEl>
                                          <p:spTgt spid="2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8" fill="hold">
                            <p:stCondLst>
                              <p:cond delay="88750"/>
                            </p:stCondLst>
                            <p:childTnLst>
                              <p:par>
                                <p:cTn id="289" presetID="22" presetClass="exit" presetSubtype="4" fill="hold" grpId="7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90" dur="1250" fill="hold"/>
                                        <p:tgtEl>
                                          <p:spTgt spid="2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98" grpId="2" animBg="1" advAuto="0"/>
      <p:bldP spid="1999" grpId="1" animBg="1" advAuto="0"/>
      <p:bldP spid="2012" grpId="5" animBg="1" advAuto="0"/>
      <p:bldP spid="2013" grpId="6" animBg="1" advAuto="0"/>
      <p:bldP spid="2014" grpId="4" animBg="1" advAuto="0"/>
      <p:bldP spid="2022" grpId="12" animBg="1" advAuto="0"/>
      <p:bldP spid="2023" grpId="9" animBg="1" advAuto="0"/>
      <p:bldP spid="2032" grpId="20" animBg="1" advAuto="0"/>
      <p:bldP spid="2033" grpId="16" animBg="1" advAuto="0"/>
      <p:bldP spid="2091" grpId="3" animBg="1" advAuto="0"/>
      <p:bldP spid="2098" grpId="10" animBg="1" advAuto="0"/>
      <p:bldP spid="2099" grpId="11" animBg="1" advAuto="0"/>
      <p:bldP spid="2106" grpId="7" animBg="1" advAuto="0"/>
      <p:bldP spid="2107" grpId="8" animBg="1" advAuto="0"/>
      <p:bldP spid="2113" grpId="17" animBg="1" advAuto="0"/>
      <p:bldP spid="2114" grpId="18" animBg="1" advAuto="0"/>
      <p:bldP spid="2115" grpId="19" animBg="1" advAuto="0"/>
      <p:bldP spid="2121" grpId="14" animBg="1" advAuto="0"/>
      <p:bldP spid="2122" grpId="13" animBg="1" advAuto="0"/>
      <p:bldP spid="2123" grpId="15" animBg="1" advAuto="0"/>
      <p:bldP spid="2128" grpId="26" animBg="1" advAuto="0"/>
      <p:bldP spid="2129" grpId="27" animBg="1" advAuto="0"/>
      <p:bldP spid="2130" grpId="28" animBg="1" advAuto="0"/>
      <p:bldP spid="2131" grpId="29" animBg="1" advAuto="0"/>
      <p:bldP spid="2136" grpId="22" animBg="1" advAuto="0"/>
      <p:bldP spid="2137" grpId="23" animBg="1" advAuto="0"/>
      <p:bldP spid="2138" grpId="21" animBg="1" advAuto="0"/>
      <p:bldP spid="2139" grpId="24" animBg="1" advAuto="0"/>
      <p:bldP spid="2143" grpId="37" animBg="1" advAuto="0"/>
      <p:bldP spid="2144" grpId="38" animBg="1" advAuto="0"/>
      <p:bldP spid="2145" grpId="39" animBg="1" advAuto="0"/>
      <p:bldP spid="2146" grpId="40" animBg="1" advAuto="0"/>
      <p:bldP spid="2147" grpId="41" animBg="1" advAuto="0"/>
      <p:bldP spid="2151" grpId="31" animBg="1" advAuto="0"/>
      <p:bldP spid="2152" grpId="33" animBg="1" advAuto="0"/>
      <p:bldP spid="2153" grpId="35" animBg="1" advAuto="0"/>
      <p:bldP spid="2154" grpId="32" animBg="1" advAuto="0"/>
      <p:bldP spid="2157" grpId="50" animBg="1" advAuto="0"/>
      <p:bldP spid="2158" grpId="51" animBg="1" advAuto="0"/>
      <p:bldP spid="2159" grpId="52" animBg="1" advAuto="0"/>
      <p:bldP spid="2160" grpId="53" animBg="1" advAuto="0"/>
      <p:bldP spid="2161" grpId="54" animBg="1" advAuto="0"/>
      <p:bldP spid="2162" grpId="55" animBg="1" advAuto="0"/>
      <p:bldP spid="2165" grpId="43" animBg="1" advAuto="0"/>
      <p:bldP spid="2166" grpId="44" animBg="1" advAuto="0"/>
      <p:bldP spid="2167" grpId="46" animBg="1" advAuto="0"/>
      <p:bldP spid="2168" grpId="48" animBg="1" advAuto="0"/>
      <p:bldP spid="2169" grpId="45" animBg="1" advAuto="0"/>
      <p:bldP spid="2171" grpId="65" animBg="1" advAuto="0"/>
      <p:bldP spid="2172" grpId="66" animBg="1" advAuto="0"/>
      <p:bldP spid="2173" grpId="67" animBg="1" advAuto="0"/>
      <p:bldP spid="2174" grpId="68" animBg="1" advAuto="0"/>
      <p:bldP spid="2175" grpId="69" animBg="1" advAuto="0"/>
      <p:bldP spid="2176" grpId="70" animBg="1" advAuto="0"/>
      <p:bldP spid="2177" grpId="71" animBg="1" advAuto="0"/>
      <p:bldP spid="2179" grpId="58" animBg="1" advAuto="0"/>
      <p:bldP spid="2180" grpId="57" animBg="1" advAuto="0"/>
      <p:bldP spid="2181" grpId="59" animBg="1" advAuto="0"/>
      <p:bldP spid="2182" grpId="61" animBg="1" advAuto="0"/>
      <p:bldP spid="2183" grpId="62" animBg="1" advAuto="0"/>
      <p:bldP spid="2184" grpId="60" animBg="1" advAuto="0"/>
      <p:bldP spid="2185" grpId="30" animBg="1" advAuto="0"/>
      <p:bldP spid="2186" grpId="25" animBg="1" advAuto="0"/>
      <p:bldP spid="2187" grpId="42" animBg="1" advAuto="0"/>
      <p:bldP spid="2188" grpId="36" animBg="1" advAuto="0"/>
      <p:bldP spid="2189" grpId="56" animBg="1" advAuto="0"/>
      <p:bldP spid="2190" grpId="49" animBg="1" advAuto="0"/>
      <p:bldP spid="2191" grpId="72" animBg="1" advAuto="0"/>
      <p:bldP spid="2192" grpId="64" animBg="1" advAuto="0"/>
      <p:bldP spid="2193" grpId="34" animBg="1" advAuto="0"/>
      <p:bldP spid="2194" grpId="47" animBg="1" advAuto="0"/>
      <p:bldP spid="2195" grpId="63" animBg="1" advAuto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65</a:t>
            </a:fld>
            <a:endParaRPr/>
          </a:p>
        </p:txBody>
      </p:sp>
      <p:sp>
        <p:nvSpPr>
          <p:cNvPr id="2226" name="B[7:0]"/>
          <p:cNvSpPr/>
          <p:nvPr/>
        </p:nvSpPr>
        <p:spPr>
          <a:xfrm>
            <a:off x="7538293" y="1568450"/>
            <a:ext cx="4391026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B[7:0]</a:t>
            </a:r>
          </a:p>
        </p:txBody>
      </p:sp>
      <p:sp>
        <p:nvSpPr>
          <p:cNvPr id="2227" name="Line"/>
          <p:cNvSpPr/>
          <p:nvPr/>
        </p:nvSpPr>
        <p:spPr>
          <a:xfrm>
            <a:off x="4924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28" name="Line"/>
          <p:cNvSpPr/>
          <p:nvPr/>
        </p:nvSpPr>
        <p:spPr>
          <a:xfrm>
            <a:off x="5495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29" name="Line"/>
          <p:cNvSpPr/>
          <p:nvPr/>
        </p:nvSpPr>
        <p:spPr>
          <a:xfrm>
            <a:off x="60546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0" name="Line"/>
          <p:cNvSpPr/>
          <p:nvPr/>
        </p:nvSpPr>
        <p:spPr>
          <a:xfrm>
            <a:off x="66261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1" name="Line"/>
          <p:cNvSpPr/>
          <p:nvPr/>
        </p:nvSpPr>
        <p:spPr>
          <a:xfrm>
            <a:off x="7184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2" name="Line"/>
          <p:cNvSpPr/>
          <p:nvPr/>
        </p:nvSpPr>
        <p:spPr>
          <a:xfrm>
            <a:off x="7756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3" name="Line"/>
          <p:cNvSpPr/>
          <p:nvPr/>
        </p:nvSpPr>
        <p:spPr>
          <a:xfrm>
            <a:off x="8327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4" name="Line"/>
          <p:cNvSpPr/>
          <p:nvPr/>
        </p:nvSpPr>
        <p:spPr>
          <a:xfrm>
            <a:off x="8899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5" name="Line"/>
          <p:cNvSpPr/>
          <p:nvPr/>
        </p:nvSpPr>
        <p:spPr>
          <a:xfrm>
            <a:off x="9458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6" name="Line"/>
          <p:cNvSpPr/>
          <p:nvPr/>
        </p:nvSpPr>
        <p:spPr>
          <a:xfrm>
            <a:off x="100297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7" name="Line"/>
          <p:cNvSpPr/>
          <p:nvPr/>
        </p:nvSpPr>
        <p:spPr>
          <a:xfrm>
            <a:off x="10588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8" name="Line"/>
          <p:cNvSpPr/>
          <p:nvPr/>
        </p:nvSpPr>
        <p:spPr>
          <a:xfrm>
            <a:off x="11160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9" name="Line"/>
          <p:cNvSpPr/>
          <p:nvPr/>
        </p:nvSpPr>
        <p:spPr>
          <a:xfrm>
            <a:off x="4391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0" name="Line"/>
          <p:cNvSpPr/>
          <p:nvPr/>
        </p:nvSpPr>
        <p:spPr>
          <a:xfrm>
            <a:off x="495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1" name="Line"/>
          <p:cNvSpPr/>
          <p:nvPr/>
        </p:nvSpPr>
        <p:spPr>
          <a:xfrm>
            <a:off x="552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2" name="Line"/>
          <p:cNvSpPr/>
          <p:nvPr/>
        </p:nvSpPr>
        <p:spPr>
          <a:xfrm>
            <a:off x="60805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3" name="Line"/>
          <p:cNvSpPr/>
          <p:nvPr/>
        </p:nvSpPr>
        <p:spPr>
          <a:xfrm>
            <a:off x="66520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4" name="Line"/>
          <p:cNvSpPr/>
          <p:nvPr/>
        </p:nvSpPr>
        <p:spPr>
          <a:xfrm>
            <a:off x="7198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5" name="Line"/>
          <p:cNvSpPr/>
          <p:nvPr/>
        </p:nvSpPr>
        <p:spPr>
          <a:xfrm>
            <a:off x="77696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6" name="Line"/>
          <p:cNvSpPr/>
          <p:nvPr/>
        </p:nvSpPr>
        <p:spPr>
          <a:xfrm>
            <a:off x="8341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7" name="Line"/>
          <p:cNvSpPr/>
          <p:nvPr/>
        </p:nvSpPr>
        <p:spPr>
          <a:xfrm>
            <a:off x="889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8" name="Line"/>
          <p:cNvSpPr/>
          <p:nvPr/>
        </p:nvSpPr>
        <p:spPr>
          <a:xfrm>
            <a:off x="9475391" y="2920095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9" name="Line"/>
          <p:cNvSpPr/>
          <p:nvPr/>
        </p:nvSpPr>
        <p:spPr>
          <a:xfrm>
            <a:off x="1003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0" name="Line"/>
          <p:cNvSpPr/>
          <p:nvPr/>
        </p:nvSpPr>
        <p:spPr>
          <a:xfrm>
            <a:off x="1060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1" name="Line"/>
          <p:cNvSpPr/>
          <p:nvPr/>
        </p:nvSpPr>
        <p:spPr>
          <a:xfrm>
            <a:off x="3819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2" name="Line"/>
          <p:cNvSpPr/>
          <p:nvPr/>
        </p:nvSpPr>
        <p:spPr>
          <a:xfrm>
            <a:off x="4390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3" name="Line"/>
          <p:cNvSpPr/>
          <p:nvPr/>
        </p:nvSpPr>
        <p:spPr>
          <a:xfrm>
            <a:off x="4949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4" name="Line"/>
          <p:cNvSpPr/>
          <p:nvPr/>
        </p:nvSpPr>
        <p:spPr>
          <a:xfrm>
            <a:off x="5521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5" name="Line"/>
          <p:cNvSpPr/>
          <p:nvPr/>
        </p:nvSpPr>
        <p:spPr>
          <a:xfrm>
            <a:off x="60800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6" name="Line"/>
          <p:cNvSpPr/>
          <p:nvPr/>
        </p:nvSpPr>
        <p:spPr>
          <a:xfrm>
            <a:off x="66515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7" name="adjust"/>
          <p:cNvSpPr/>
          <p:nvPr/>
        </p:nvSpPr>
        <p:spPr>
          <a:xfrm>
            <a:off x="53067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258" name="Line"/>
          <p:cNvSpPr/>
          <p:nvPr/>
        </p:nvSpPr>
        <p:spPr>
          <a:xfrm>
            <a:off x="3832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9" name="Line"/>
          <p:cNvSpPr/>
          <p:nvPr/>
        </p:nvSpPr>
        <p:spPr>
          <a:xfrm>
            <a:off x="4403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0" name="Line"/>
          <p:cNvSpPr/>
          <p:nvPr/>
        </p:nvSpPr>
        <p:spPr>
          <a:xfrm>
            <a:off x="4962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1" name="Line"/>
          <p:cNvSpPr/>
          <p:nvPr/>
        </p:nvSpPr>
        <p:spPr>
          <a:xfrm>
            <a:off x="5533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2" name="Line"/>
          <p:cNvSpPr/>
          <p:nvPr/>
        </p:nvSpPr>
        <p:spPr>
          <a:xfrm>
            <a:off x="60927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3" name="Line"/>
          <p:cNvSpPr/>
          <p:nvPr/>
        </p:nvSpPr>
        <p:spPr>
          <a:xfrm>
            <a:off x="66642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4" name="Line"/>
          <p:cNvSpPr/>
          <p:nvPr/>
        </p:nvSpPr>
        <p:spPr>
          <a:xfrm>
            <a:off x="3247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5" name="adjust"/>
          <p:cNvSpPr/>
          <p:nvPr/>
        </p:nvSpPr>
        <p:spPr>
          <a:xfrm>
            <a:off x="53194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266" name="Line"/>
          <p:cNvSpPr/>
          <p:nvPr/>
        </p:nvSpPr>
        <p:spPr>
          <a:xfrm>
            <a:off x="3832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7" name="Line"/>
          <p:cNvSpPr/>
          <p:nvPr/>
        </p:nvSpPr>
        <p:spPr>
          <a:xfrm>
            <a:off x="4403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8" name="Line"/>
          <p:cNvSpPr/>
          <p:nvPr/>
        </p:nvSpPr>
        <p:spPr>
          <a:xfrm>
            <a:off x="4962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9" name="Line"/>
          <p:cNvSpPr/>
          <p:nvPr/>
        </p:nvSpPr>
        <p:spPr>
          <a:xfrm>
            <a:off x="5533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0" name="Line"/>
          <p:cNvSpPr/>
          <p:nvPr/>
        </p:nvSpPr>
        <p:spPr>
          <a:xfrm>
            <a:off x="60927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1" name="Line"/>
          <p:cNvSpPr/>
          <p:nvPr/>
        </p:nvSpPr>
        <p:spPr>
          <a:xfrm>
            <a:off x="66642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2" name="Line"/>
          <p:cNvSpPr/>
          <p:nvPr/>
        </p:nvSpPr>
        <p:spPr>
          <a:xfrm>
            <a:off x="2676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3" name="Line"/>
          <p:cNvSpPr/>
          <p:nvPr/>
        </p:nvSpPr>
        <p:spPr>
          <a:xfrm>
            <a:off x="3247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4" name="adjust"/>
          <p:cNvSpPr/>
          <p:nvPr/>
        </p:nvSpPr>
        <p:spPr>
          <a:xfrm>
            <a:off x="53194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275" name="Line"/>
          <p:cNvSpPr/>
          <p:nvPr/>
        </p:nvSpPr>
        <p:spPr>
          <a:xfrm>
            <a:off x="3819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6" name="Line"/>
          <p:cNvSpPr/>
          <p:nvPr/>
        </p:nvSpPr>
        <p:spPr>
          <a:xfrm>
            <a:off x="4390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7" name="Line"/>
          <p:cNvSpPr/>
          <p:nvPr/>
        </p:nvSpPr>
        <p:spPr>
          <a:xfrm>
            <a:off x="4949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8" name="Line"/>
          <p:cNvSpPr/>
          <p:nvPr/>
        </p:nvSpPr>
        <p:spPr>
          <a:xfrm>
            <a:off x="5521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9" name="Line"/>
          <p:cNvSpPr/>
          <p:nvPr/>
        </p:nvSpPr>
        <p:spPr>
          <a:xfrm>
            <a:off x="60800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80" name="Line"/>
          <p:cNvSpPr/>
          <p:nvPr/>
        </p:nvSpPr>
        <p:spPr>
          <a:xfrm>
            <a:off x="66515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81" name="Line"/>
          <p:cNvSpPr/>
          <p:nvPr/>
        </p:nvSpPr>
        <p:spPr>
          <a:xfrm>
            <a:off x="2104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82" name="Line"/>
          <p:cNvSpPr/>
          <p:nvPr/>
        </p:nvSpPr>
        <p:spPr>
          <a:xfrm>
            <a:off x="2663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83" name="Line"/>
          <p:cNvSpPr/>
          <p:nvPr/>
        </p:nvSpPr>
        <p:spPr>
          <a:xfrm>
            <a:off x="3235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84" name="adjust"/>
          <p:cNvSpPr/>
          <p:nvPr/>
        </p:nvSpPr>
        <p:spPr>
          <a:xfrm>
            <a:off x="53067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285" name="adjust"/>
          <p:cNvSpPr/>
          <p:nvPr/>
        </p:nvSpPr>
        <p:spPr>
          <a:xfrm>
            <a:off x="30334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grpSp>
        <p:nvGrpSpPr>
          <p:cNvPr id="2290" name="Group"/>
          <p:cNvGrpSpPr/>
          <p:nvPr/>
        </p:nvGrpSpPr>
        <p:grpSpPr>
          <a:xfrm>
            <a:off x="5356842" y="1663699"/>
            <a:ext cx="1958790" cy="431801"/>
            <a:chOff x="-12733" y="-6350"/>
            <a:chExt cx="1958789" cy="431800"/>
          </a:xfrm>
        </p:grpSpPr>
        <p:sp>
          <p:nvSpPr>
            <p:cNvPr id="2286" name="0"/>
            <p:cNvSpPr txBox="1"/>
            <p:nvPr/>
          </p:nvSpPr>
          <p:spPr>
            <a:xfrm>
              <a:off x="1676366" y="-6351"/>
              <a:ext cx="269690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  <p:sp>
          <p:nvSpPr>
            <p:cNvPr id="2287" name="0"/>
            <p:cNvSpPr txBox="1"/>
            <p:nvPr/>
          </p:nvSpPr>
          <p:spPr>
            <a:xfrm>
              <a:off x="1113346" y="-6351"/>
              <a:ext cx="269690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  <p:sp>
          <p:nvSpPr>
            <p:cNvPr id="2288" name="0"/>
            <p:cNvSpPr txBox="1"/>
            <p:nvPr/>
          </p:nvSpPr>
          <p:spPr>
            <a:xfrm>
              <a:off x="558867" y="-6351"/>
              <a:ext cx="269690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  <p:sp>
          <p:nvSpPr>
            <p:cNvPr id="2289" name="0"/>
            <p:cNvSpPr txBox="1"/>
            <p:nvPr/>
          </p:nvSpPr>
          <p:spPr>
            <a:xfrm>
              <a:off x="-12734" y="-6351"/>
              <a:ext cx="269689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</p:grpSp>
      <p:sp>
        <p:nvSpPr>
          <p:cNvPr id="2291" name="Line"/>
          <p:cNvSpPr/>
          <p:nvPr/>
        </p:nvSpPr>
        <p:spPr>
          <a:xfrm>
            <a:off x="3833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2" name="Line"/>
          <p:cNvSpPr/>
          <p:nvPr/>
        </p:nvSpPr>
        <p:spPr>
          <a:xfrm>
            <a:off x="4405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3" name="Line"/>
          <p:cNvSpPr/>
          <p:nvPr/>
        </p:nvSpPr>
        <p:spPr>
          <a:xfrm>
            <a:off x="4963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4" name="Line"/>
          <p:cNvSpPr/>
          <p:nvPr/>
        </p:nvSpPr>
        <p:spPr>
          <a:xfrm>
            <a:off x="5535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5" name="Line"/>
          <p:cNvSpPr/>
          <p:nvPr/>
        </p:nvSpPr>
        <p:spPr>
          <a:xfrm>
            <a:off x="60942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6" name="Line"/>
          <p:cNvSpPr/>
          <p:nvPr/>
        </p:nvSpPr>
        <p:spPr>
          <a:xfrm>
            <a:off x="66657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7" name="Line"/>
          <p:cNvSpPr/>
          <p:nvPr/>
        </p:nvSpPr>
        <p:spPr>
          <a:xfrm>
            <a:off x="1547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8" name="Line"/>
          <p:cNvSpPr/>
          <p:nvPr/>
        </p:nvSpPr>
        <p:spPr>
          <a:xfrm>
            <a:off x="2119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9" name="Line"/>
          <p:cNvSpPr/>
          <p:nvPr/>
        </p:nvSpPr>
        <p:spPr>
          <a:xfrm>
            <a:off x="2677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0" name="Line"/>
          <p:cNvSpPr/>
          <p:nvPr/>
        </p:nvSpPr>
        <p:spPr>
          <a:xfrm>
            <a:off x="3249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1" name="adjust"/>
          <p:cNvSpPr/>
          <p:nvPr/>
        </p:nvSpPr>
        <p:spPr>
          <a:xfrm>
            <a:off x="53209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302" name="adjust"/>
          <p:cNvSpPr/>
          <p:nvPr/>
        </p:nvSpPr>
        <p:spPr>
          <a:xfrm>
            <a:off x="30476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303" name="Line"/>
          <p:cNvSpPr/>
          <p:nvPr/>
        </p:nvSpPr>
        <p:spPr>
          <a:xfrm>
            <a:off x="3252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4" name="Line"/>
          <p:cNvSpPr/>
          <p:nvPr/>
        </p:nvSpPr>
        <p:spPr>
          <a:xfrm>
            <a:off x="3823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5" name="Line"/>
          <p:cNvSpPr/>
          <p:nvPr/>
        </p:nvSpPr>
        <p:spPr>
          <a:xfrm>
            <a:off x="4382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6" name="Line"/>
          <p:cNvSpPr/>
          <p:nvPr/>
        </p:nvSpPr>
        <p:spPr>
          <a:xfrm>
            <a:off x="4954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7" name="Line"/>
          <p:cNvSpPr/>
          <p:nvPr/>
        </p:nvSpPr>
        <p:spPr>
          <a:xfrm>
            <a:off x="55128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8" name="Line"/>
          <p:cNvSpPr/>
          <p:nvPr/>
        </p:nvSpPr>
        <p:spPr>
          <a:xfrm>
            <a:off x="60843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9" name="Line"/>
          <p:cNvSpPr/>
          <p:nvPr/>
        </p:nvSpPr>
        <p:spPr>
          <a:xfrm>
            <a:off x="6643197" y="8319404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0" name="Line"/>
          <p:cNvSpPr/>
          <p:nvPr/>
        </p:nvSpPr>
        <p:spPr>
          <a:xfrm>
            <a:off x="966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1" name="Line"/>
          <p:cNvSpPr/>
          <p:nvPr/>
        </p:nvSpPr>
        <p:spPr>
          <a:xfrm>
            <a:off x="1537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2" name="Line"/>
          <p:cNvSpPr/>
          <p:nvPr/>
        </p:nvSpPr>
        <p:spPr>
          <a:xfrm>
            <a:off x="2096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3" name="Line"/>
          <p:cNvSpPr/>
          <p:nvPr/>
        </p:nvSpPr>
        <p:spPr>
          <a:xfrm>
            <a:off x="2668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4" name="BCD[0]"/>
          <p:cNvSpPr/>
          <p:nvPr/>
        </p:nvSpPr>
        <p:spPr>
          <a:xfrm>
            <a:off x="53257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BCD[0]</a:t>
            </a:r>
          </a:p>
        </p:txBody>
      </p:sp>
      <p:sp>
        <p:nvSpPr>
          <p:cNvPr id="2315" name="BCD[1]"/>
          <p:cNvSpPr/>
          <p:nvPr/>
        </p:nvSpPr>
        <p:spPr>
          <a:xfrm>
            <a:off x="30524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BCD[1]</a:t>
            </a:r>
          </a:p>
        </p:txBody>
      </p:sp>
      <p:sp>
        <p:nvSpPr>
          <p:cNvPr id="2316" name="BCD[2]"/>
          <p:cNvSpPr/>
          <p:nvPr/>
        </p:nvSpPr>
        <p:spPr>
          <a:xfrm>
            <a:off x="7918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BCD[2]</a:t>
            </a:r>
          </a:p>
        </p:txBody>
      </p:sp>
      <p:sp>
        <p:nvSpPr>
          <p:cNvPr id="2317" name="Line"/>
          <p:cNvSpPr/>
          <p:nvPr/>
        </p:nvSpPr>
        <p:spPr>
          <a:xfrm flipV="1">
            <a:off x="7758653" y="2469153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8" name="Line"/>
          <p:cNvSpPr/>
          <p:nvPr/>
        </p:nvSpPr>
        <p:spPr>
          <a:xfrm flipV="1">
            <a:off x="8338616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9" name="Line"/>
          <p:cNvSpPr/>
          <p:nvPr/>
        </p:nvSpPr>
        <p:spPr>
          <a:xfrm flipV="1">
            <a:off x="8904191" y="246815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0" name="Line"/>
          <p:cNvSpPr/>
          <p:nvPr/>
        </p:nvSpPr>
        <p:spPr>
          <a:xfrm flipV="1">
            <a:off x="9464995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1" name="Line"/>
          <p:cNvSpPr/>
          <p:nvPr/>
        </p:nvSpPr>
        <p:spPr>
          <a:xfrm flipV="1">
            <a:off x="10025233" y="24738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2" name="Line"/>
          <p:cNvSpPr/>
          <p:nvPr/>
        </p:nvSpPr>
        <p:spPr>
          <a:xfrm flipV="1">
            <a:off x="10592496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3" name="Line"/>
          <p:cNvSpPr/>
          <p:nvPr/>
        </p:nvSpPr>
        <p:spPr>
          <a:xfrm flipV="1">
            <a:off x="11170770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4" name="Line"/>
          <p:cNvSpPr/>
          <p:nvPr/>
        </p:nvSpPr>
        <p:spPr>
          <a:xfrm>
            <a:off x="7204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5" name="Line"/>
          <p:cNvSpPr/>
          <p:nvPr/>
        </p:nvSpPr>
        <p:spPr>
          <a:xfrm>
            <a:off x="77761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6" name="Line"/>
          <p:cNvSpPr/>
          <p:nvPr/>
        </p:nvSpPr>
        <p:spPr>
          <a:xfrm>
            <a:off x="8347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7" name="Line"/>
          <p:cNvSpPr/>
          <p:nvPr/>
        </p:nvSpPr>
        <p:spPr>
          <a:xfrm>
            <a:off x="89064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8" name="Line"/>
          <p:cNvSpPr/>
          <p:nvPr/>
        </p:nvSpPr>
        <p:spPr>
          <a:xfrm>
            <a:off x="9481899" y="3815898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9" name="Line"/>
          <p:cNvSpPr/>
          <p:nvPr/>
        </p:nvSpPr>
        <p:spPr>
          <a:xfrm>
            <a:off x="100367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0" name="Line"/>
          <p:cNvSpPr/>
          <p:nvPr/>
        </p:nvSpPr>
        <p:spPr>
          <a:xfrm flipV="1">
            <a:off x="7765161" y="336495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1" name="Line"/>
          <p:cNvSpPr/>
          <p:nvPr/>
        </p:nvSpPr>
        <p:spPr>
          <a:xfrm flipV="1">
            <a:off x="834512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2" name="Line"/>
          <p:cNvSpPr/>
          <p:nvPr/>
        </p:nvSpPr>
        <p:spPr>
          <a:xfrm flipV="1">
            <a:off x="8910699" y="336395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3" name="Line"/>
          <p:cNvSpPr/>
          <p:nvPr/>
        </p:nvSpPr>
        <p:spPr>
          <a:xfrm flipV="1">
            <a:off x="947150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4" name="Line"/>
          <p:cNvSpPr/>
          <p:nvPr/>
        </p:nvSpPr>
        <p:spPr>
          <a:xfrm flipV="1">
            <a:off x="10031741" y="33696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5" name="Line"/>
          <p:cNvSpPr/>
          <p:nvPr/>
        </p:nvSpPr>
        <p:spPr>
          <a:xfrm flipV="1">
            <a:off x="10599004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6" name="Line"/>
          <p:cNvSpPr/>
          <p:nvPr/>
        </p:nvSpPr>
        <p:spPr>
          <a:xfrm>
            <a:off x="7219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7" name="Line"/>
          <p:cNvSpPr/>
          <p:nvPr/>
        </p:nvSpPr>
        <p:spPr>
          <a:xfrm>
            <a:off x="77906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8" name="Line"/>
          <p:cNvSpPr/>
          <p:nvPr/>
        </p:nvSpPr>
        <p:spPr>
          <a:xfrm>
            <a:off x="8362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9" name="Line"/>
          <p:cNvSpPr/>
          <p:nvPr/>
        </p:nvSpPr>
        <p:spPr>
          <a:xfrm>
            <a:off x="89209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0" name="Line"/>
          <p:cNvSpPr/>
          <p:nvPr/>
        </p:nvSpPr>
        <p:spPr>
          <a:xfrm>
            <a:off x="9496436" y="4722396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1" name="Line"/>
          <p:cNvSpPr/>
          <p:nvPr/>
        </p:nvSpPr>
        <p:spPr>
          <a:xfrm flipV="1">
            <a:off x="7779698" y="427145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2" name="Line"/>
          <p:cNvSpPr/>
          <p:nvPr/>
        </p:nvSpPr>
        <p:spPr>
          <a:xfrm flipV="1">
            <a:off x="834696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3" name="Line"/>
          <p:cNvSpPr/>
          <p:nvPr/>
        </p:nvSpPr>
        <p:spPr>
          <a:xfrm flipV="1">
            <a:off x="8925236" y="427045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4" name="Line"/>
          <p:cNvSpPr/>
          <p:nvPr/>
        </p:nvSpPr>
        <p:spPr>
          <a:xfrm flipV="1">
            <a:off x="948604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5" name="Line"/>
          <p:cNvSpPr/>
          <p:nvPr/>
        </p:nvSpPr>
        <p:spPr>
          <a:xfrm flipV="1">
            <a:off x="10046278" y="42761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6" name="Line"/>
          <p:cNvSpPr/>
          <p:nvPr/>
        </p:nvSpPr>
        <p:spPr>
          <a:xfrm>
            <a:off x="7221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7" name="Line"/>
          <p:cNvSpPr/>
          <p:nvPr/>
        </p:nvSpPr>
        <p:spPr>
          <a:xfrm>
            <a:off x="77929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8" name="Line"/>
          <p:cNvSpPr/>
          <p:nvPr/>
        </p:nvSpPr>
        <p:spPr>
          <a:xfrm>
            <a:off x="8364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9" name="Line"/>
          <p:cNvSpPr/>
          <p:nvPr/>
        </p:nvSpPr>
        <p:spPr>
          <a:xfrm>
            <a:off x="89232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0" name="Line"/>
          <p:cNvSpPr/>
          <p:nvPr/>
        </p:nvSpPr>
        <p:spPr>
          <a:xfrm flipV="1">
            <a:off x="7781994" y="51789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1" name="Line"/>
          <p:cNvSpPr/>
          <p:nvPr/>
        </p:nvSpPr>
        <p:spPr>
          <a:xfrm flipV="1">
            <a:off x="836195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2" name="Line"/>
          <p:cNvSpPr/>
          <p:nvPr/>
        </p:nvSpPr>
        <p:spPr>
          <a:xfrm flipV="1">
            <a:off x="8927532" y="51779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3" name="Line"/>
          <p:cNvSpPr/>
          <p:nvPr/>
        </p:nvSpPr>
        <p:spPr>
          <a:xfrm flipV="1">
            <a:off x="948833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4" name="Line"/>
          <p:cNvSpPr/>
          <p:nvPr/>
        </p:nvSpPr>
        <p:spPr>
          <a:xfrm>
            <a:off x="7227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5" name="Line"/>
          <p:cNvSpPr/>
          <p:nvPr/>
        </p:nvSpPr>
        <p:spPr>
          <a:xfrm>
            <a:off x="77994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6" name="Line"/>
          <p:cNvSpPr/>
          <p:nvPr/>
        </p:nvSpPr>
        <p:spPr>
          <a:xfrm>
            <a:off x="8370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7" name="Line"/>
          <p:cNvSpPr/>
          <p:nvPr/>
        </p:nvSpPr>
        <p:spPr>
          <a:xfrm flipV="1">
            <a:off x="7788502" y="60747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8" name="Line"/>
          <p:cNvSpPr/>
          <p:nvPr/>
        </p:nvSpPr>
        <p:spPr>
          <a:xfrm flipV="1">
            <a:off x="836846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9" name="Line"/>
          <p:cNvSpPr/>
          <p:nvPr/>
        </p:nvSpPr>
        <p:spPr>
          <a:xfrm flipV="1">
            <a:off x="8934040" y="60737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0" name="Line"/>
          <p:cNvSpPr/>
          <p:nvPr/>
        </p:nvSpPr>
        <p:spPr>
          <a:xfrm>
            <a:off x="7242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1" name="Line"/>
          <p:cNvSpPr/>
          <p:nvPr/>
        </p:nvSpPr>
        <p:spPr>
          <a:xfrm>
            <a:off x="78139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2" name="Line"/>
          <p:cNvSpPr/>
          <p:nvPr/>
        </p:nvSpPr>
        <p:spPr>
          <a:xfrm flipV="1">
            <a:off x="7803040" y="69812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3" name="Line"/>
          <p:cNvSpPr/>
          <p:nvPr/>
        </p:nvSpPr>
        <p:spPr>
          <a:xfrm flipV="1">
            <a:off x="8370303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4" name="Line"/>
          <p:cNvSpPr/>
          <p:nvPr/>
        </p:nvSpPr>
        <p:spPr>
          <a:xfrm>
            <a:off x="7250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5" name="Line"/>
          <p:cNvSpPr/>
          <p:nvPr/>
        </p:nvSpPr>
        <p:spPr>
          <a:xfrm flipV="1">
            <a:off x="7811394" y="788134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6" name="Line"/>
          <p:cNvSpPr/>
          <p:nvPr/>
        </p:nvSpPr>
        <p:spPr>
          <a:xfrm flipV="1">
            <a:off x="4933295" y="24591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7" name="Line"/>
          <p:cNvSpPr/>
          <p:nvPr/>
        </p:nvSpPr>
        <p:spPr>
          <a:xfrm flipV="1">
            <a:off x="5494100" y="24638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8" name="Line"/>
          <p:cNvSpPr/>
          <p:nvPr/>
        </p:nvSpPr>
        <p:spPr>
          <a:xfrm flipV="1">
            <a:off x="6054337" y="246487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9" name="Line"/>
          <p:cNvSpPr/>
          <p:nvPr/>
        </p:nvSpPr>
        <p:spPr>
          <a:xfrm flipV="1">
            <a:off x="6621600" y="246859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0" name="Line"/>
          <p:cNvSpPr/>
          <p:nvPr/>
        </p:nvSpPr>
        <p:spPr>
          <a:xfrm flipV="1">
            <a:off x="7199875" y="24638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1" name="Line"/>
          <p:cNvSpPr/>
          <p:nvPr/>
        </p:nvSpPr>
        <p:spPr>
          <a:xfrm flipV="1">
            <a:off x="4379576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2" name="Line"/>
          <p:cNvSpPr/>
          <p:nvPr/>
        </p:nvSpPr>
        <p:spPr>
          <a:xfrm flipV="1">
            <a:off x="4945151" y="336681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3" name="Line"/>
          <p:cNvSpPr/>
          <p:nvPr/>
        </p:nvSpPr>
        <p:spPr>
          <a:xfrm flipV="1">
            <a:off x="5505956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4" name="Line"/>
          <p:cNvSpPr/>
          <p:nvPr/>
        </p:nvSpPr>
        <p:spPr>
          <a:xfrm flipV="1">
            <a:off x="6066193" y="337252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5" name="Line"/>
          <p:cNvSpPr/>
          <p:nvPr/>
        </p:nvSpPr>
        <p:spPr>
          <a:xfrm flipV="1">
            <a:off x="6633456" y="337624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6" name="Line"/>
          <p:cNvSpPr/>
          <p:nvPr/>
        </p:nvSpPr>
        <p:spPr>
          <a:xfrm flipV="1">
            <a:off x="7211731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7" name="Line"/>
          <p:cNvSpPr/>
          <p:nvPr/>
        </p:nvSpPr>
        <p:spPr>
          <a:xfrm flipV="1">
            <a:off x="3811353" y="427666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8" name="Line"/>
          <p:cNvSpPr/>
          <p:nvPr/>
        </p:nvSpPr>
        <p:spPr>
          <a:xfrm flipV="1">
            <a:off x="4391316" y="42803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9" name="Line"/>
          <p:cNvSpPr/>
          <p:nvPr/>
        </p:nvSpPr>
        <p:spPr>
          <a:xfrm flipV="1">
            <a:off x="4956891" y="427566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0" name="Line"/>
          <p:cNvSpPr/>
          <p:nvPr/>
        </p:nvSpPr>
        <p:spPr>
          <a:xfrm flipV="1">
            <a:off x="3813463" y="520803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1" name="Line"/>
          <p:cNvSpPr/>
          <p:nvPr/>
        </p:nvSpPr>
        <p:spPr>
          <a:xfrm flipV="1">
            <a:off x="4393426" y="521175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2" name="Line"/>
          <p:cNvSpPr/>
          <p:nvPr/>
        </p:nvSpPr>
        <p:spPr>
          <a:xfrm flipV="1">
            <a:off x="4959001" y="5207041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3" name="Line"/>
          <p:cNvSpPr/>
          <p:nvPr/>
        </p:nvSpPr>
        <p:spPr>
          <a:xfrm flipV="1">
            <a:off x="3250480" y="519861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4" name="Line"/>
          <p:cNvSpPr/>
          <p:nvPr/>
        </p:nvSpPr>
        <p:spPr>
          <a:xfrm flipV="1">
            <a:off x="3813463" y="609537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5" name="Line"/>
          <p:cNvSpPr/>
          <p:nvPr/>
        </p:nvSpPr>
        <p:spPr>
          <a:xfrm flipV="1">
            <a:off x="4393426" y="609909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6" name="Line"/>
          <p:cNvSpPr/>
          <p:nvPr/>
        </p:nvSpPr>
        <p:spPr>
          <a:xfrm flipV="1">
            <a:off x="4959001" y="6094382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7" name="Line"/>
          <p:cNvSpPr/>
          <p:nvPr/>
        </p:nvSpPr>
        <p:spPr>
          <a:xfrm flipV="1">
            <a:off x="2672205" y="60906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8" name="Line"/>
          <p:cNvSpPr/>
          <p:nvPr/>
        </p:nvSpPr>
        <p:spPr>
          <a:xfrm flipV="1">
            <a:off x="3250480" y="6085956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9" name="Line"/>
          <p:cNvSpPr/>
          <p:nvPr/>
        </p:nvSpPr>
        <p:spPr>
          <a:xfrm flipV="1">
            <a:off x="2104521" y="699020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90" name="Line"/>
          <p:cNvSpPr/>
          <p:nvPr/>
        </p:nvSpPr>
        <p:spPr>
          <a:xfrm flipV="1">
            <a:off x="2670095" y="698548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91" name="Line"/>
          <p:cNvSpPr/>
          <p:nvPr/>
        </p:nvSpPr>
        <p:spPr>
          <a:xfrm flipV="1">
            <a:off x="1540163" y="7854180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92" name="Line"/>
          <p:cNvSpPr/>
          <p:nvPr/>
        </p:nvSpPr>
        <p:spPr>
          <a:xfrm flipV="1">
            <a:off x="2120126" y="7857900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93" name="Line"/>
          <p:cNvSpPr/>
          <p:nvPr/>
        </p:nvSpPr>
        <p:spPr>
          <a:xfrm flipV="1">
            <a:off x="2685701" y="785318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</p:spTree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66</a:t>
            </a:fld>
            <a:endParaRPr/>
          </a:p>
        </p:txBody>
      </p:sp>
      <p:sp>
        <p:nvSpPr>
          <p:cNvPr id="2396" name="B[7:0]"/>
          <p:cNvSpPr/>
          <p:nvPr/>
        </p:nvSpPr>
        <p:spPr>
          <a:xfrm>
            <a:off x="2998362" y="1562100"/>
            <a:ext cx="4391026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B[7:0]</a:t>
            </a:r>
          </a:p>
        </p:txBody>
      </p:sp>
      <p:sp>
        <p:nvSpPr>
          <p:cNvPr id="2397" name="BCD[0]"/>
          <p:cNvSpPr/>
          <p:nvPr/>
        </p:nvSpPr>
        <p:spPr>
          <a:xfrm>
            <a:off x="53257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BCD[0]</a:t>
            </a:r>
          </a:p>
        </p:txBody>
      </p:sp>
      <p:sp>
        <p:nvSpPr>
          <p:cNvPr id="2398" name="BCD[1]"/>
          <p:cNvSpPr/>
          <p:nvPr/>
        </p:nvSpPr>
        <p:spPr>
          <a:xfrm>
            <a:off x="30524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BCD[1]</a:t>
            </a:r>
          </a:p>
        </p:txBody>
      </p:sp>
      <p:sp>
        <p:nvSpPr>
          <p:cNvPr id="2399" name="BCD[2]"/>
          <p:cNvSpPr/>
          <p:nvPr/>
        </p:nvSpPr>
        <p:spPr>
          <a:xfrm>
            <a:off x="7918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BCD[2]</a:t>
            </a:r>
          </a:p>
        </p:txBody>
      </p:sp>
      <p:grpSp>
        <p:nvGrpSpPr>
          <p:cNvPr id="2412" name="Group"/>
          <p:cNvGrpSpPr/>
          <p:nvPr/>
        </p:nvGrpSpPr>
        <p:grpSpPr>
          <a:xfrm>
            <a:off x="975359" y="2012948"/>
            <a:ext cx="6280695" cy="6769103"/>
            <a:chOff x="0" y="0"/>
            <a:chExt cx="6280693" cy="6769101"/>
          </a:xfrm>
        </p:grpSpPr>
        <p:sp>
          <p:nvSpPr>
            <p:cNvPr id="2400" name="Line"/>
            <p:cNvSpPr/>
            <p:nvPr/>
          </p:nvSpPr>
          <p:spPr>
            <a:xfrm flipV="1">
              <a:off x="6280693" y="12700"/>
              <a:ext cx="1" cy="67437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1" name="Line"/>
            <p:cNvSpPr/>
            <p:nvPr/>
          </p:nvSpPr>
          <p:spPr>
            <a:xfrm flipV="1">
              <a:off x="5703793" y="0"/>
              <a:ext cx="1" cy="67691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2" name="Line"/>
            <p:cNvSpPr/>
            <p:nvPr/>
          </p:nvSpPr>
          <p:spPr>
            <a:xfrm flipV="1">
              <a:off x="5126894" y="-1"/>
              <a:ext cx="1" cy="67691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3" name="Line"/>
            <p:cNvSpPr/>
            <p:nvPr/>
          </p:nvSpPr>
          <p:spPr>
            <a:xfrm flipV="1">
              <a:off x="2819295" y="0"/>
              <a:ext cx="1" cy="67691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4" name="Line"/>
            <p:cNvSpPr/>
            <p:nvPr/>
          </p:nvSpPr>
          <p:spPr>
            <a:xfrm flipV="1">
              <a:off x="4549994" y="0"/>
              <a:ext cx="1" cy="67691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5" name="Line"/>
            <p:cNvSpPr/>
            <p:nvPr/>
          </p:nvSpPr>
          <p:spPr>
            <a:xfrm flipV="1">
              <a:off x="3973094" y="0"/>
              <a:ext cx="1" cy="67691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6" name="Line"/>
            <p:cNvSpPr/>
            <p:nvPr/>
          </p:nvSpPr>
          <p:spPr>
            <a:xfrm flipV="1">
              <a:off x="3396195" y="0"/>
              <a:ext cx="1" cy="67691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7" name="Line"/>
            <p:cNvSpPr/>
            <p:nvPr/>
          </p:nvSpPr>
          <p:spPr>
            <a:xfrm flipV="1">
              <a:off x="2242395" y="0"/>
              <a:ext cx="1" cy="67691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8" name="Line"/>
            <p:cNvSpPr/>
            <p:nvPr/>
          </p:nvSpPr>
          <p:spPr>
            <a:xfrm flipV="1">
              <a:off x="1665495" y="25400"/>
              <a:ext cx="1" cy="67437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9" name="Line"/>
            <p:cNvSpPr/>
            <p:nvPr/>
          </p:nvSpPr>
          <p:spPr>
            <a:xfrm flipV="1">
              <a:off x="1102475" y="25401"/>
              <a:ext cx="1" cy="674370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10" name="Line"/>
            <p:cNvSpPr/>
            <p:nvPr/>
          </p:nvSpPr>
          <p:spPr>
            <a:xfrm flipV="1">
              <a:off x="511696" y="25400"/>
              <a:ext cx="1" cy="67437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11" name="Line"/>
            <p:cNvSpPr/>
            <p:nvPr/>
          </p:nvSpPr>
          <p:spPr>
            <a:xfrm flipV="1">
              <a:off x="-1" y="25400"/>
              <a:ext cx="2" cy="67437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2413" name="adjust"/>
          <p:cNvSpPr/>
          <p:nvPr/>
        </p:nvSpPr>
        <p:spPr>
          <a:xfrm>
            <a:off x="2456093" y="4298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414" name="adjust"/>
          <p:cNvSpPr/>
          <p:nvPr/>
        </p:nvSpPr>
        <p:spPr>
          <a:xfrm>
            <a:off x="3026053" y="516890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415" name="adjust"/>
          <p:cNvSpPr/>
          <p:nvPr/>
        </p:nvSpPr>
        <p:spPr>
          <a:xfrm>
            <a:off x="3643014" y="60896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416" name="adjust"/>
          <p:cNvSpPr/>
          <p:nvPr/>
        </p:nvSpPr>
        <p:spPr>
          <a:xfrm>
            <a:off x="4136823" y="697230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417" name="adjust"/>
          <p:cNvSpPr/>
          <p:nvPr/>
        </p:nvSpPr>
        <p:spPr>
          <a:xfrm>
            <a:off x="18650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418" name="adjust"/>
          <p:cNvSpPr/>
          <p:nvPr/>
        </p:nvSpPr>
        <p:spPr>
          <a:xfrm>
            <a:off x="47748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419" name="adjust"/>
          <p:cNvSpPr/>
          <p:nvPr/>
        </p:nvSpPr>
        <p:spPr>
          <a:xfrm>
            <a:off x="25015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grpSp>
        <p:nvGrpSpPr>
          <p:cNvPr id="2424" name="Group"/>
          <p:cNvGrpSpPr/>
          <p:nvPr/>
        </p:nvGrpSpPr>
        <p:grpSpPr>
          <a:xfrm>
            <a:off x="831422" y="1657349"/>
            <a:ext cx="1958790" cy="431801"/>
            <a:chOff x="-12733" y="-6350"/>
            <a:chExt cx="1958789" cy="431800"/>
          </a:xfrm>
        </p:grpSpPr>
        <p:sp>
          <p:nvSpPr>
            <p:cNvPr id="2420" name="0"/>
            <p:cNvSpPr txBox="1"/>
            <p:nvPr/>
          </p:nvSpPr>
          <p:spPr>
            <a:xfrm>
              <a:off x="1676366" y="-6351"/>
              <a:ext cx="269690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  <p:sp>
          <p:nvSpPr>
            <p:cNvPr id="2421" name="0"/>
            <p:cNvSpPr txBox="1"/>
            <p:nvPr/>
          </p:nvSpPr>
          <p:spPr>
            <a:xfrm>
              <a:off x="1113346" y="-6351"/>
              <a:ext cx="269690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  <p:sp>
          <p:nvSpPr>
            <p:cNvPr id="2422" name="0"/>
            <p:cNvSpPr txBox="1"/>
            <p:nvPr/>
          </p:nvSpPr>
          <p:spPr>
            <a:xfrm>
              <a:off x="558867" y="-6351"/>
              <a:ext cx="269690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  <p:sp>
          <p:nvSpPr>
            <p:cNvPr id="2423" name="0"/>
            <p:cNvSpPr txBox="1"/>
            <p:nvPr/>
          </p:nvSpPr>
          <p:spPr>
            <a:xfrm>
              <a:off x="-12734" y="-6351"/>
              <a:ext cx="269689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:a14="http://schemas.microsoft.com/office/drawing/2010/main" xmlns:m="http://schemas.openxmlformats.org/officeDocument/2006/math"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" name="Binary to BCD"/>
          <p:cNvSpPr txBox="1">
            <a:spLocks noGrp="1"/>
          </p:cNvSpPr>
          <p:nvPr>
            <p:ph type="title"/>
          </p:nvPr>
        </p:nvSpPr>
        <p:spPr>
          <a:xfrm>
            <a:off x="6702458" y="3647517"/>
            <a:ext cx="5929459" cy="2819269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dirty="0"/>
              <a:t>Binary to BCD</a:t>
            </a:r>
          </a:p>
        </p:txBody>
      </p:sp>
      <p:sp>
        <p:nvSpPr>
          <p:cNvPr id="242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67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223336F-B438-55C9-AB8A-6323355B2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7" y="508392"/>
            <a:ext cx="6409836" cy="92075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0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2431" name="Arithmetic and logical operators in Verilog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Arithmetic and logical operators in Verilog</a:t>
            </a:r>
          </a:p>
          <a:p>
            <a:r>
              <a:t>Clocked circuits</a:t>
            </a:r>
          </a:p>
          <a:p>
            <a:r>
              <a:t>Shift registers</a:t>
            </a:r>
          </a:p>
          <a:p>
            <a:r>
              <a:t>Converting from binary to binary-coded decimal (BCD)</a:t>
            </a:r>
          </a:p>
        </p:txBody>
      </p:sp>
      <p:sp>
        <p:nvSpPr>
          <p:cNvPr id="24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68</a:t>
            </a:fld>
            <a:endParaRPr/>
          </a:p>
        </p:txBody>
      </p:sp>
    </p:spTree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BD910-8B73-00AE-C4D4-A2405A59D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Backup Bin2BCD Proof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059A74D-60F4-41DD-8D98-4870E2AAC2A2}"/>
              </a:ext>
            </a:extLst>
          </p:cNvPr>
          <p:cNvSpPr>
            <a:spLocks noGrp="1"/>
          </p:cNvSpPr>
          <p:nvPr/>
        </p:nvSpPr>
        <p:spPr>
          <a:xfrm>
            <a:off x="1000125" y="2714625"/>
            <a:ext cx="11001375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225" b="1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3225" b="1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1. What each step must compute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15A0363-E58B-4505-8BEB-DAFADC3BA63F}"/>
              </a:ext>
            </a:extLst>
          </p:cNvPr>
          <p:cNvSpPr>
            <a:spLocks noGrp="1"/>
          </p:cNvSpPr>
          <p:nvPr/>
        </p:nvSpPr>
        <p:spPr>
          <a:xfrm>
            <a:off x="1000125" y="3476625"/>
            <a:ext cx="11001375" cy="1047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Read the binary input from left to right. Appending a bit</a:t>
            </a:r>
          </a:p>
          <a:p>
            <a:pPr algn="l">
              <a:def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b ∈ {0, 1} to a prefix of value V gives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8EE66A9-3F6B-4DA0-827B-CC6B3DB3AD12}"/>
              </a:ext>
            </a:extLst>
          </p:cNvPr>
          <p:cNvSpPr>
            <a:spLocks noGrp="1"/>
          </p:cNvSpPr>
          <p:nvPr/>
        </p:nvSpPr>
        <p:spPr>
          <a:xfrm>
            <a:off x="1000125" y="4667250"/>
            <a:ext cx="11001375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4050" b="1">
                <a:solidFill>
                  <a:srgbClr val="9E7D22"/>
                </a:solidFill>
                <a:latin typeface="Helvetica"/>
                <a:ea typeface="Helvetica"/>
                <a:cs typeface="Helvetica"/>
              </a:defRPr>
            </a:pPr>
            <a:r>
              <a:rPr sz="4050" b="1">
                <a:solidFill>
                  <a:srgbClr val="9E7D22"/>
                </a:solidFill>
                <a:latin typeface="Helvetica"/>
                <a:ea typeface="Helvetica"/>
                <a:cs typeface="Helvetica"/>
              </a:rPr>
              <a:t>V′ = 2V + b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4872FFE3-0040-464D-9611-F9DBC1B75D28}"/>
              </a:ext>
            </a:extLst>
          </p:cNvPr>
          <p:cNvSpPr>
            <a:spLocks noGrp="1"/>
          </p:cNvSpPr>
          <p:nvPr/>
        </p:nvSpPr>
        <p:spPr>
          <a:xfrm>
            <a:off x="1000125" y="5762625"/>
            <a:ext cx="11001375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Example: appending 1 to binary 111 gives binary 1111.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BD31E0D-E99A-42D6-87F2-085ACF7B1C83}"/>
              </a:ext>
            </a:extLst>
          </p:cNvPr>
          <p:cNvSpPr>
            <a:spLocks noGrp="1"/>
          </p:cNvSpPr>
          <p:nvPr/>
        </p:nvSpPr>
        <p:spPr>
          <a:xfrm>
            <a:off x="1000125" y="6477000"/>
            <a:ext cx="11001375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675" b="1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3675" b="1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15 = 2 × 7 + 1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47F40FE9-064E-4194-BD7B-A198D190ED56}"/>
              </a:ext>
            </a:extLst>
          </p:cNvPr>
          <p:cNvSpPr>
            <a:spLocks noGrp="1"/>
          </p:cNvSpPr>
          <p:nvPr/>
        </p:nvSpPr>
        <p:spPr>
          <a:xfrm>
            <a:off x="1000125" y="7620000"/>
            <a:ext cx="11001375" cy="1143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Each step must therefore double the current value and add</a:t>
            </a:r>
          </a:p>
          <a:p>
            <a:pPr algn="l">
              <a:def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the next input bit, keeping the result in BCD.</a:t>
            </a:r>
          </a:p>
        </p:txBody>
      </p:sp>
    </p:spTree>
    <p:extLst>
      <p:ext uri="{BB962C8B-B14F-4D97-AF65-F5344CB8AC3E}">
        <p14:creationId xmlns:p14="http://schemas.microsoft.com/office/powerpoint/2010/main" val="361289987"/>
      </p:ext>
    </p:extLst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BD910-8B73-00AE-C4D4-A2405A59D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Backup Bin2BCD Proof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1D4AA07-ACF5-439F-AACD-67CDF4F2307A}"/>
              </a:ext>
            </a:extLst>
          </p:cNvPr>
          <p:cNvSpPr>
            <a:spLocks noGrp="1"/>
          </p:cNvSpPr>
          <p:nvPr/>
        </p:nvSpPr>
        <p:spPr>
          <a:xfrm>
            <a:off x="1000125" y="2667000"/>
            <a:ext cx="1100137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225" b="1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3225" b="1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2. Why adding 3 works for one digit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16C7E58B-DDD2-4A0E-894E-31EE40942978}"/>
              </a:ext>
            </a:extLst>
          </p:cNvPr>
          <p:cNvSpPr>
            <a:spLocks noGrp="1"/>
          </p:cNvSpPr>
          <p:nvPr/>
        </p:nvSpPr>
        <p:spPr>
          <a:xfrm>
            <a:off x="1000125" y="3333750"/>
            <a:ext cx="11001375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Let d ∈ {0, …, 9} be a decimal digit and c ∈ {0, 1} the incoming</a:t>
            </a:r>
          </a:p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bit: the next input bit for units, or a carry for other digits.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B527BD19-D5B8-4789-A270-EDAB20A5A2FF}"/>
              </a:ext>
            </a:extLst>
          </p:cNvPr>
          <p:cNvSpPr>
            <a:spLocks noGrp="1"/>
          </p:cNvSpPr>
          <p:nvPr/>
        </p:nvSpPr>
        <p:spPr>
          <a:xfrm>
            <a:off x="1000125" y="4333875"/>
            <a:ext cx="1100137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Required: digit = (2d + c) mod 10,  carry = ⌊(2d + c) / 10⌋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57F4E23-1122-4198-BC27-F50876395C78}"/>
              </a:ext>
            </a:extLst>
          </p:cNvPr>
          <p:cNvSpPr>
            <a:spLocks noGrp="1"/>
          </p:cNvSpPr>
          <p:nvPr/>
        </p:nvSpPr>
        <p:spPr>
          <a:xfrm>
            <a:off x="1000125" y="5095875"/>
            <a:ext cx="1100137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775" b="1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775" b="1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If d &lt; 5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7EAA6C0-D651-48FF-8768-F04E7E2C8B3A}"/>
              </a:ext>
            </a:extLst>
          </p:cNvPr>
          <p:cNvSpPr>
            <a:spLocks noGrp="1"/>
          </p:cNvSpPr>
          <p:nvPr/>
        </p:nvSpPr>
        <p:spPr>
          <a:xfrm>
            <a:off x="1000125" y="5572125"/>
            <a:ext cx="11001375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0 ≤ 2d + c ≤ 9, so a normal shift gives the correct digit</a:t>
            </a:r>
          </a:p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and no carry. No adjustment is needed.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55C02865-0F30-4C97-A7B4-944A28541ED3}"/>
              </a:ext>
            </a:extLst>
          </p:cNvPr>
          <p:cNvSpPr>
            <a:spLocks noGrp="1"/>
          </p:cNvSpPr>
          <p:nvPr/>
        </p:nvSpPr>
        <p:spPr>
          <a:xfrm>
            <a:off x="1000125" y="6572250"/>
            <a:ext cx="1100137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775" b="1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775" b="1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If d ≥ 5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7DDF723-F0F5-44A0-AFC9-C6077175699B}"/>
              </a:ext>
            </a:extLst>
          </p:cNvPr>
          <p:cNvSpPr>
            <a:spLocks noGrp="1"/>
          </p:cNvSpPr>
          <p:nvPr/>
        </p:nvSpPr>
        <p:spPr>
          <a:xfrm>
            <a:off x="1000125" y="7048500"/>
            <a:ext cx="11001375" cy="1285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Add 3 before shifting:  2(d + 3) + c = 2d + c + 6.</a:t>
            </a:r>
          </a:p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This lies between 16 and 25, so the 4-bit group carries 1.</a:t>
            </a:r>
          </a:p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The remaining digit is 2d + c + 6 − 16 = 2d + c − 10.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E50EB29-F1A8-4359-8C92-EDF7AF98C149}"/>
              </a:ext>
            </a:extLst>
          </p:cNvPr>
          <p:cNvSpPr>
            <a:spLocks noGrp="1"/>
          </p:cNvSpPr>
          <p:nvPr/>
        </p:nvSpPr>
        <p:spPr>
          <a:xfrm>
            <a:off x="1000125" y="8620125"/>
            <a:ext cx="11001375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150" b="1">
                <a:solidFill>
                  <a:srgbClr val="9E7D22"/>
                </a:solidFill>
                <a:latin typeface="Helvetica"/>
                <a:ea typeface="Helvetica"/>
                <a:cs typeface="Helvetica"/>
              </a:defRPr>
            </a:pPr>
            <a:r>
              <a:rPr sz="3150" b="1">
                <a:solidFill>
                  <a:srgbClr val="9E7D22"/>
                </a:solidFill>
                <a:latin typeface="Helvetica"/>
                <a:ea typeface="Helvetica"/>
                <a:cs typeface="Helvetica"/>
              </a:rPr>
              <a:t>Why 3?  (16 − 10) / 2 = 3</a:t>
            </a:r>
          </a:p>
        </p:txBody>
      </p:sp>
    </p:spTree>
    <p:extLst>
      <p:ext uri="{BB962C8B-B14F-4D97-AF65-F5344CB8AC3E}">
        <p14:creationId xmlns:p14="http://schemas.microsoft.com/office/powerpoint/2010/main" val="361289987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11497</TotalTime>
  <Words>3627</Words>
  <Application>Microsoft Macintosh PowerPoint</Application>
  <PresentationFormat>Custom</PresentationFormat>
  <Paragraphs>1078</Paragraphs>
  <Slides>70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6" baseType="lpstr">
      <vt:lpstr>Courier</vt:lpstr>
      <vt:lpstr>Courier New</vt:lpstr>
      <vt:lpstr>Helvetica</vt:lpstr>
      <vt:lpstr>Helvetica Neue</vt:lpstr>
      <vt:lpstr>Helvetica Neue Thin</vt:lpstr>
      <vt:lpstr>White</vt:lpstr>
      <vt:lpstr>Mastering  Digital Design</vt:lpstr>
      <vt:lpstr>This lecture</vt:lpstr>
      <vt:lpstr>Arithmetic and Logical Operators</vt:lpstr>
      <vt:lpstr>Integer Arithmetic</vt:lpstr>
      <vt:lpstr>Question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Incomplete specification</vt:lpstr>
      <vt:lpstr>Incomplete specification</vt:lpstr>
      <vt:lpstr>Incomplete specification</vt:lpstr>
      <vt:lpstr>Incomplete specification</vt:lpstr>
      <vt:lpstr>An ALU</vt:lpstr>
      <vt:lpstr>An ALU</vt:lpstr>
      <vt:lpstr>An ALU</vt:lpstr>
      <vt:lpstr>Question</vt:lpstr>
      <vt:lpstr>Clocked circuits</vt:lpstr>
      <vt:lpstr>Sequential logic</vt:lpstr>
      <vt:lpstr>Flip flop vs latch</vt:lpstr>
      <vt:lpstr>Defining a flip flop</vt:lpstr>
      <vt:lpstr>Blocking vs non-blocking assignment</vt:lpstr>
      <vt:lpstr>Blocking vs non-blocking assignment</vt:lpstr>
      <vt:lpstr>PowerPoint Presentation</vt:lpstr>
      <vt:lpstr>A flexible clock tick</vt:lpstr>
      <vt:lpstr>Cascading counters</vt:lpstr>
      <vt:lpstr>A clock divider</vt:lpstr>
      <vt:lpstr>Shift registers</vt:lpstr>
      <vt:lpstr>A shift register</vt:lpstr>
      <vt:lpstr>A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Binary to BCD</vt:lpstr>
      <vt:lpstr>Binary to BCD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Binary to BCD</vt:lpstr>
      <vt:lpstr>This lecture</vt:lpstr>
      <vt:lpstr>Backup Bin2BCD Proof</vt:lpstr>
      <vt:lpstr>Backup Bin2BCD Proof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Coward, Samuel R</cp:lastModifiedBy>
  <cp:revision>10</cp:revision>
  <dcterms:modified xsi:type="dcterms:W3CDTF">2026-10-14T14:42:10Z</dcterms:modified>
</cp:coreProperties>
</file>